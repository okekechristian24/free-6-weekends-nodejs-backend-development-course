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3" r:id="rId4"/>
    <p:sldId id="258" r:id="rId5"/>
    <p:sldId id="262" r:id="rId6"/>
    <p:sldId id="264" r:id="rId7"/>
    <p:sldId id="274" r:id="rId8"/>
    <p:sldId id="273" r:id="rId9"/>
    <p:sldId id="267" r:id="rId10"/>
    <p:sldId id="268" r:id="rId11"/>
    <p:sldId id="266" r:id="rId12"/>
    <p:sldId id="270" r:id="rId13"/>
    <p:sldId id="271" r:id="rId14"/>
    <p:sldId id="275" r:id="rId15"/>
    <p:sldId id="276" r:id="rId16"/>
    <p:sldId id="259" r:id="rId17"/>
    <p:sldId id="261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91919"/>
    <a:srgbClr val="222222"/>
    <a:srgbClr val="6363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7C941-3A21-2AB7-6604-968635A99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82507-73C1-FA62-F919-6A44D2C1C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F415A-D7FB-7F71-B080-11843873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5FF6A-D146-D3CD-E6A3-810E93E2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B2E9C-15B8-2748-FB9B-EA597A6E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8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A0ED9-E2B2-4A1D-6FE5-4A8AB9431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08EB6-3B58-8C73-97F3-0D412C67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BC3C-EC3A-90E1-09BC-6622AB54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52C25-C228-390D-8EBE-4D69F70EB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48A92-BAEC-0CE2-B6A5-3ADF7C3D3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00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8823-3386-EC0F-EB27-01F21838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286ED-3F5D-19BA-5D18-3F2F4B3D1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BF11B-5E35-5DD9-45F4-BAB4DDBAE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A7E58-C200-CE9C-A8D6-871FAB18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E7EFC-1E73-2557-B37A-46BD5E57E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5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01B7-3820-65E4-EF85-48D68FB1A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4E91E-D454-F823-0D68-D0DBF1360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44E22-FDFE-75B7-5B32-BFD6BB001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4BFCF-CAC3-6300-BB6A-C60F0859B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CA505-3EB0-ACEA-800B-E68BE281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4BD58-E3EE-861C-B97B-0D3C1EE90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61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3891-5A80-0C9F-5612-2CD00A8D1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AA6E1-788D-1814-E255-54FBC788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92E2E-B93F-031B-904D-DF82AD451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49598-A29F-38AE-A544-8E3457910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D3BF71-0A2B-A2B5-4A34-24B3E0A7E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EB9A63-03B9-4C20-47BA-5BB1B3BC2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15CF4C-79C2-1401-E311-8BEE8922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A3C9-8BCA-2BB9-84AC-A0698F4A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28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9009-E316-1421-D9E0-4AB70A7D4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BA260-2D4A-5469-E2AA-62966E4C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2BD63-70F0-C47D-78E5-7E8389ED1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8DD65-A229-EBB8-D71A-D85C1656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87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C8785-5752-B092-9D8A-8F9A8192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B53F8D-970F-B1F0-BF22-9E8DF5B8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F23FA-13CA-5BD3-11E9-BF73EE1E1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6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AF084-2B37-8973-B804-4B538F9FA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99AAD-2225-AD6C-0D77-E9EE054C2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F0CB0-C70D-BBF6-A12F-EBC6639F1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2BD70-5A93-A34C-DD43-C19F06F6B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24D6B-D08D-C6CB-8E30-F7A3C3CAB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23529-D4D4-15CA-E464-30558F6B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95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5B7A-D876-C386-FAF1-B681E827E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9DB7B1-F29B-5DED-2D67-C185DA3E40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BF9CD-C521-041B-6D41-84C52FFE5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2507B-0B1B-35A1-B0BF-692404191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5137A-3E56-6BB2-0905-A193FE87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BE56D-8C92-37CA-6649-19D8D2721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1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C759-2403-B7CC-1776-5ED763FE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2A3AE-637D-5D1C-D763-54DF7B51D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53E30-5252-71C0-DA70-7046B7DB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54C28-E78C-4552-C27E-212D7DB6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AF470-508A-5BF8-F525-5254414A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96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85609C-8E10-FCA6-BACA-EA23E4869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B88BD-2A23-E8F6-EF55-BEB92C86B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5C034-E4C4-D825-56D0-116BA037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7A7DE-E7FB-4842-76A0-2CB61483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C3C9D-69E9-9334-1A6F-DB4E2DBF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8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17836B-7E4D-D881-EBF9-DCB649194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ABA5A-3F3B-0E97-F867-16BAD7626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C41CB-5983-6627-8CBD-30E162642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23B7A-5934-4F5A-8C7D-D0F7EE1498F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B34DB-B5CB-3BD1-05FE-E28574EC9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7E62D-4F75-4E5C-B36B-717B83AAC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37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acebook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hyperlink" Target="http://www.facebook.com/api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6DF2B-1972-4645-95F8-B23E0E7F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AD935304-51E5-B423-1248-3858F0F53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251" y="1700781"/>
            <a:ext cx="10667337" cy="1638552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Software Development</a:t>
            </a:r>
            <a:r>
              <a:rPr lang="en-US" dirty="0">
                <a:solidFill>
                  <a:schemeClr val="bg1"/>
                </a:solidFill>
              </a:rPr>
              <a:t> is the process of designing, building, testing, and maintaining software applications or systems that run on computers, mobile devices, or the web.</a:t>
            </a:r>
          </a:p>
          <a:p>
            <a:pPr algn="just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EA7F081-55AE-D3D3-1C8C-2107735A4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236308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What is Software Development?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02893B-F4CA-5503-38F7-F15A8183EA12}"/>
              </a:ext>
            </a:extLst>
          </p:cNvPr>
          <p:cNvSpPr txBox="1"/>
          <p:nvPr/>
        </p:nvSpPr>
        <p:spPr>
          <a:xfrm>
            <a:off x="811662" y="3368376"/>
            <a:ext cx="4705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Type of Software Development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0D53CB-5EB8-5277-D5F5-E5B2670CF796}"/>
              </a:ext>
            </a:extLst>
          </p:cNvPr>
          <p:cNvSpPr txBox="1"/>
          <p:nvPr/>
        </p:nvSpPr>
        <p:spPr>
          <a:xfrm>
            <a:off x="976044" y="3971425"/>
            <a:ext cx="6780946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Web Development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Mobile App Development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Desktop Application Development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Game Development</a:t>
            </a:r>
          </a:p>
        </p:txBody>
      </p:sp>
    </p:spTree>
    <p:extLst>
      <p:ext uri="{BB962C8B-B14F-4D97-AF65-F5344CB8AC3E}">
        <p14:creationId xmlns:p14="http://schemas.microsoft.com/office/powerpoint/2010/main" val="178194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41FB4-5724-62B5-13A0-1C3AA9599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175523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Web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02AFA-9817-B800-753B-1871BC1C3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252" y="1187065"/>
            <a:ext cx="9694606" cy="104242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Web development</a:t>
            </a:r>
            <a:r>
              <a:rPr lang="en-US" dirty="0">
                <a:solidFill>
                  <a:schemeClr val="bg1"/>
                </a:solidFill>
              </a:rPr>
              <a:t> is all about </a:t>
            </a:r>
            <a:r>
              <a:rPr lang="en-US" b="1" dirty="0">
                <a:solidFill>
                  <a:schemeClr val="bg1"/>
                </a:solidFill>
              </a:rPr>
              <a:t>building websites or web apps</a:t>
            </a:r>
            <a:r>
              <a:rPr lang="en-US" dirty="0">
                <a:solidFill>
                  <a:schemeClr val="bg1"/>
                </a:solidFill>
              </a:rPr>
              <a:t> that you can </a:t>
            </a:r>
            <a:r>
              <a:rPr lang="en-US" b="1" dirty="0">
                <a:solidFill>
                  <a:schemeClr val="bg1"/>
                </a:solidFill>
              </a:rPr>
              <a:t>open in a browser</a:t>
            </a:r>
            <a:r>
              <a:rPr lang="en-US" dirty="0">
                <a:solidFill>
                  <a:schemeClr val="bg1"/>
                </a:solidFill>
              </a:rPr>
              <a:t> — like Chrome, Safari, or Firefox). Examples of web applications are YouTube, Facebook, Instagram, etc.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7872547-0C64-47C4-BDBE-46923ACBC4EA}"/>
              </a:ext>
            </a:extLst>
          </p:cNvPr>
          <p:cNvSpPr txBox="1">
            <a:spLocks/>
          </p:cNvSpPr>
          <p:nvPr/>
        </p:nvSpPr>
        <p:spPr>
          <a:xfrm>
            <a:off x="899652" y="2986430"/>
            <a:ext cx="10617678" cy="2892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chemeClr val="bg1"/>
                </a:solidFill>
              </a:rPr>
              <a:t>Web Development</a:t>
            </a:r>
            <a:r>
              <a:rPr lang="en-US" dirty="0">
                <a:solidFill>
                  <a:schemeClr val="bg1"/>
                </a:solidFill>
              </a:rPr>
              <a:t> is made of: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Frontend Development </a:t>
            </a:r>
            <a:r>
              <a:rPr lang="en-US" dirty="0">
                <a:solidFill>
                  <a:schemeClr val="bg1"/>
                </a:solidFill>
              </a:rPr>
              <a:t>–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what users </a:t>
            </a:r>
            <a:r>
              <a:rPr lang="en-US" i="1" dirty="0">
                <a:solidFill>
                  <a:schemeClr val="bg1"/>
                </a:solidFill>
              </a:rPr>
              <a:t>see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i="1" dirty="0">
                <a:solidFill>
                  <a:schemeClr val="bg1"/>
                </a:solidFill>
              </a:rPr>
              <a:t>interact</a:t>
            </a:r>
            <a:r>
              <a:rPr lang="en-US" dirty="0">
                <a:solidFill>
                  <a:schemeClr val="bg1"/>
                </a:solidFill>
              </a:rPr>
              <a:t> with on their browser.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Backend Development</a:t>
            </a:r>
            <a:r>
              <a:rPr lang="en-US" dirty="0">
                <a:solidFill>
                  <a:schemeClr val="bg1"/>
                </a:solidFill>
              </a:rPr>
              <a:t> – what happens </a:t>
            </a:r>
            <a:r>
              <a:rPr lang="en-US" i="1" dirty="0">
                <a:solidFill>
                  <a:schemeClr val="bg1"/>
                </a:solidFill>
              </a:rPr>
              <a:t>behind the scenes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Database</a:t>
            </a:r>
            <a:r>
              <a:rPr lang="en-US" dirty="0">
                <a:solidFill>
                  <a:schemeClr val="bg1"/>
                </a:solidFill>
              </a:rPr>
              <a:t> – where </a:t>
            </a:r>
            <a:r>
              <a:rPr lang="en-US" i="1" dirty="0">
                <a:solidFill>
                  <a:schemeClr val="bg1"/>
                </a:solidFill>
              </a:rPr>
              <a:t>data is stored and retrieved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algn="just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09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F7D5B-07D2-2FCD-1D1E-BE3E20322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4D922-5B1C-80CD-8706-F39533F2C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175523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Web Development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1A5D3F9-6165-DED2-5EE3-69D7829DB482}"/>
              </a:ext>
            </a:extLst>
          </p:cNvPr>
          <p:cNvGrpSpPr/>
          <p:nvPr/>
        </p:nvGrpSpPr>
        <p:grpSpPr>
          <a:xfrm>
            <a:off x="5219731" y="1898151"/>
            <a:ext cx="1965729" cy="2926367"/>
            <a:chOff x="5219731" y="1898151"/>
            <a:chExt cx="1965729" cy="292636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33B1213-8717-1C5F-4ADF-481EFEE4F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1898151"/>
              <a:ext cx="1965729" cy="251973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B25457-7917-0A23-7FE6-5824399610A1}"/>
                </a:ext>
              </a:extLst>
            </p:cNvPr>
            <p:cNvSpPr txBox="1"/>
            <p:nvPr/>
          </p:nvSpPr>
          <p:spPr>
            <a:xfrm>
              <a:off x="5291649" y="4455186"/>
              <a:ext cx="1885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Server (Backend)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5782473-0687-575C-38BA-F2AF921E2762}"/>
              </a:ext>
            </a:extLst>
          </p:cNvPr>
          <p:cNvGrpSpPr/>
          <p:nvPr/>
        </p:nvGrpSpPr>
        <p:grpSpPr>
          <a:xfrm>
            <a:off x="384120" y="3489959"/>
            <a:ext cx="2180976" cy="2591404"/>
            <a:chOff x="384120" y="3489959"/>
            <a:chExt cx="2180976" cy="259140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22B46A2-D1F4-2CB1-CBF9-B238B3AC8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120" y="3489959"/>
              <a:ext cx="2180976" cy="218097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F87B096-D988-DC12-1D8F-56EBD5736BA9}"/>
                </a:ext>
              </a:extLst>
            </p:cNvPr>
            <p:cNvSpPr txBox="1"/>
            <p:nvPr/>
          </p:nvSpPr>
          <p:spPr>
            <a:xfrm>
              <a:off x="525680" y="5712031"/>
              <a:ext cx="1885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Client (Frontend)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E665D32-B9B3-73A4-9EFC-ABB2FB6E3D2B}"/>
              </a:ext>
            </a:extLst>
          </p:cNvPr>
          <p:cNvGrpSpPr/>
          <p:nvPr/>
        </p:nvGrpSpPr>
        <p:grpSpPr>
          <a:xfrm>
            <a:off x="9568155" y="2445771"/>
            <a:ext cx="2144394" cy="2494125"/>
            <a:chOff x="9568155" y="2445771"/>
            <a:chExt cx="2144394" cy="249412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C64D748-DDB2-02A0-AC6D-4A23F1521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8155" y="2445771"/>
              <a:ext cx="2074702" cy="207470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DD63B3D-5317-919C-9F48-2854DA64586B}"/>
                </a:ext>
              </a:extLst>
            </p:cNvPr>
            <p:cNvSpPr txBox="1"/>
            <p:nvPr/>
          </p:nvSpPr>
          <p:spPr>
            <a:xfrm>
              <a:off x="9827243" y="4570564"/>
              <a:ext cx="1885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Database (Data)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533BF67-4774-075A-62A7-07680B261B06}"/>
              </a:ext>
            </a:extLst>
          </p:cNvPr>
          <p:cNvGrpSpPr/>
          <p:nvPr/>
        </p:nvGrpSpPr>
        <p:grpSpPr>
          <a:xfrm>
            <a:off x="3075170" y="3483122"/>
            <a:ext cx="1579023" cy="934766"/>
            <a:chOff x="3075170" y="3483122"/>
            <a:chExt cx="1579023" cy="934766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0C2C9D5-6C2C-D29C-C9AE-31226400BB33}"/>
                </a:ext>
              </a:extLst>
            </p:cNvPr>
            <p:cNvCxnSpPr/>
            <p:nvPr/>
          </p:nvCxnSpPr>
          <p:spPr>
            <a:xfrm flipV="1">
              <a:off x="3075170" y="3483122"/>
              <a:ext cx="1489753" cy="729465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45E13C5-A18B-0AD6-DB4F-F641744448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7147" y="3742892"/>
              <a:ext cx="1397046" cy="674996"/>
            </a:xfrm>
            <a:prstGeom prst="straightConnector1">
              <a:avLst/>
            </a:prstGeom>
            <a:ln w="34925">
              <a:solidFill>
                <a:schemeClr val="bg1"/>
              </a:solidFill>
              <a:headEnd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DC3F696-3CC1-65CA-E8A1-A1D36F228EB5}"/>
              </a:ext>
            </a:extLst>
          </p:cNvPr>
          <p:cNvGrpSpPr/>
          <p:nvPr/>
        </p:nvGrpSpPr>
        <p:grpSpPr>
          <a:xfrm rot="1475103">
            <a:off x="7690840" y="2896450"/>
            <a:ext cx="1579023" cy="934766"/>
            <a:chOff x="3075170" y="3483122"/>
            <a:chExt cx="1579023" cy="934766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BFC217D-A7E0-6D9A-4AC4-32E96985A455}"/>
                </a:ext>
              </a:extLst>
            </p:cNvPr>
            <p:cNvCxnSpPr/>
            <p:nvPr/>
          </p:nvCxnSpPr>
          <p:spPr>
            <a:xfrm flipV="1">
              <a:off x="3075170" y="3483122"/>
              <a:ext cx="1489753" cy="729465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D5EA614-6CFA-1981-5A92-24D902063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7147" y="3742892"/>
              <a:ext cx="1397046" cy="674996"/>
            </a:xfrm>
            <a:prstGeom prst="straightConnector1">
              <a:avLst/>
            </a:prstGeom>
            <a:ln w="34925">
              <a:solidFill>
                <a:schemeClr val="bg1"/>
              </a:solidFill>
              <a:headEnd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F949CB03-370A-E3A9-5EAF-9FDBC2B050A2}"/>
              </a:ext>
            </a:extLst>
          </p:cNvPr>
          <p:cNvSpPr txBox="1">
            <a:spLocks/>
          </p:cNvSpPr>
          <p:nvPr/>
        </p:nvSpPr>
        <p:spPr>
          <a:xfrm>
            <a:off x="805819" y="5991546"/>
            <a:ext cx="10333703" cy="6008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</a:rPr>
              <a:t>Simplified Request-Response View</a:t>
            </a:r>
          </a:p>
        </p:txBody>
      </p:sp>
    </p:spTree>
    <p:extLst>
      <p:ext uri="{BB962C8B-B14F-4D97-AF65-F5344CB8AC3E}">
        <p14:creationId xmlns:p14="http://schemas.microsoft.com/office/powerpoint/2010/main" val="464696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ABF71-891D-2C29-30C0-1344EBF3C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What is it all about?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4C76A-3B3E-1093-2301-F445B3C83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Web apps are all about communication and transfer of data between computers (client, server, database).</a:t>
            </a:r>
          </a:p>
          <a:p>
            <a:r>
              <a:rPr lang="en-US" dirty="0">
                <a:solidFill>
                  <a:schemeClr val="bg1"/>
                </a:solidFill>
              </a:rPr>
              <a:t>Computers interacts with each other via Networks.</a:t>
            </a:r>
          </a:p>
          <a:p>
            <a:r>
              <a:rPr lang="en-US" dirty="0">
                <a:solidFill>
                  <a:schemeClr val="bg1"/>
                </a:solidFill>
              </a:rPr>
              <a:t>Networks uses protocols (standard agreements) – IP addresses and ports.</a:t>
            </a:r>
          </a:p>
          <a:p>
            <a:r>
              <a:rPr lang="en-US" dirty="0">
                <a:solidFill>
                  <a:schemeClr val="bg1"/>
                </a:solidFill>
              </a:rPr>
              <a:t>IP addresses and ports are like human physical home addresses and house numbers. Example of IP address is 157.240.229.35, port is 5000</a:t>
            </a:r>
          </a:p>
        </p:txBody>
      </p:sp>
    </p:spTree>
    <p:extLst>
      <p:ext uri="{BB962C8B-B14F-4D97-AF65-F5344CB8AC3E}">
        <p14:creationId xmlns:p14="http://schemas.microsoft.com/office/powerpoint/2010/main" val="1931965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A2EC0C-4E12-401E-C3B7-6F830EC26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5D1C2-F93E-2CBF-965E-654D6C6D5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What is it all about?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2E5A2-1F84-CF65-4524-37964C710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Web apps are all about communication and transfer of data between computers (client, server, database).</a:t>
            </a:r>
          </a:p>
          <a:p>
            <a:r>
              <a:rPr lang="en-US" dirty="0">
                <a:solidFill>
                  <a:schemeClr val="bg1"/>
                </a:solidFill>
              </a:rPr>
              <a:t>Computers interacts with each other via Networks.</a:t>
            </a:r>
          </a:p>
          <a:p>
            <a:r>
              <a:rPr lang="en-US" dirty="0">
                <a:solidFill>
                  <a:schemeClr val="bg1"/>
                </a:solidFill>
              </a:rPr>
              <a:t>Networks uses protocols (standard agreements) – IP addresses and ports.</a:t>
            </a:r>
          </a:p>
          <a:p>
            <a:r>
              <a:rPr lang="en-US" dirty="0">
                <a:solidFill>
                  <a:schemeClr val="bg1"/>
                </a:solidFill>
              </a:rPr>
              <a:t>IP addresses and ports are like human physical home addresses and house numbers.</a:t>
            </a:r>
          </a:p>
        </p:txBody>
      </p:sp>
    </p:spTree>
    <p:extLst>
      <p:ext uri="{BB962C8B-B14F-4D97-AF65-F5344CB8AC3E}">
        <p14:creationId xmlns:p14="http://schemas.microsoft.com/office/powerpoint/2010/main" val="2455842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2B0697-3771-B1EB-DB00-725D1F95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D09CC79-63D8-099B-BF2D-46AC0AB96C32}"/>
              </a:ext>
            </a:extLst>
          </p:cNvPr>
          <p:cNvGrpSpPr/>
          <p:nvPr/>
        </p:nvGrpSpPr>
        <p:grpSpPr>
          <a:xfrm>
            <a:off x="1842846" y="3659277"/>
            <a:ext cx="1766676" cy="2125925"/>
            <a:chOff x="353101" y="4244900"/>
            <a:chExt cx="1766676" cy="212592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4589CC5-24F3-DA0A-68B5-B529154A9554}"/>
                </a:ext>
              </a:extLst>
            </p:cNvPr>
            <p:cNvGrpSpPr/>
            <p:nvPr/>
          </p:nvGrpSpPr>
          <p:grpSpPr>
            <a:xfrm>
              <a:off x="353101" y="4244900"/>
              <a:ext cx="1766676" cy="2125925"/>
              <a:chOff x="384120" y="3489959"/>
              <a:chExt cx="2180976" cy="2665918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5D6576CD-81D4-DCFE-28B4-F5856071A1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4120" y="3489959"/>
                <a:ext cx="2180976" cy="2180976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3A42C2D-B01E-9255-36DC-B383A48462A3}"/>
                  </a:ext>
                </a:extLst>
              </p:cNvPr>
              <p:cNvSpPr txBox="1"/>
              <p:nvPr/>
            </p:nvSpPr>
            <p:spPr>
              <a:xfrm>
                <a:off x="430518" y="5712031"/>
                <a:ext cx="2134577" cy="443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700" b="1" dirty="0">
                    <a:solidFill>
                      <a:schemeClr val="bg1"/>
                    </a:solidFill>
                  </a:rPr>
                  <a:t>Client (Frontend)</a:t>
                </a:r>
              </a:p>
            </p:txBody>
          </p:sp>
        </p:grp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246A81A-6FF8-8D60-11C6-6FFD07810492}"/>
                </a:ext>
              </a:extLst>
            </p:cNvPr>
            <p:cNvSpPr txBox="1"/>
            <p:nvPr/>
          </p:nvSpPr>
          <p:spPr>
            <a:xfrm>
              <a:off x="636421" y="5311011"/>
              <a:ext cx="1114216" cy="1860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0000"/>
                  </a:solidFill>
                </a:rPr>
                <a:t>Browser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887617EC-A81C-AAC6-03C0-DA9843AD2E05}"/>
              </a:ext>
            </a:extLst>
          </p:cNvPr>
          <p:cNvSpPr txBox="1"/>
          <p:nvPr/>
        </p:nvSpPr>
        <p:spPr>
          <a:xfrm>
            <a:off x="1880430" y="4175497"/>
            <a:ext cx="1751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www.facebook.com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7CD9B3C-E77B-2F51-68D7-34D8D348E495}"/>
              </a:ext>
            </a:extLst>
          </p:cNvPr>
          <p:cNvGrpSpPr/>
          <p:nvPr/>
        </p:nvGrpSpPr>
        <p:grpSpPr>
          <a:xfrm>
            <a:off x="6431621" y="3369919"/>
            <a:ext cx="5250096" cy="749431"/>
            <a:chOff x="6431621" y="3369919"/>
            <a:chExt cx="5250096" cy="749431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D492614A-8977-7E5E-507E-3D9DA6682320}"/>
                </a:ext>
              </a:extLst>
            </p:cNvPr>
            <p:cNvSpPr txBox="1"/>
            <p:nvPr/>
          </p:nvSpPr>
          <p:spPr>
            <a:xfrm>
              <a:off x="6431621" y="3719240"/>
              <a:ext cx="52500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You type </a:t>
              </a:r>
              <a:r>
                <a:rPr lang="en-US" sz="2000" dirty="0">
                  <a:solidFill>
                    <a:schemeClr val="bg1"/>
                  </a:solidFill>
                  <a:hlinkClick r:id="rId3"/>
                </a:rPr>
                <a:t>www.facebook.com</a:t>
              </a:r>
              <a:r>
                <a:rPr lang="en-US" sz="2000" dirty="0">
                  <a:solidFill>
                    <a:schemeClr val="bg1"/>
                  </a:solidFill>
                </a:rPr>
                <a:t> into your browser.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A31106D3-29DB-4BD3-4F4D-136BC42D8FDA}"/>
                </a:ext>
              </a:extLst>
            </p:cNvPr>
            <p:cNvSpPr txBox="1"/>
            <p:nvPr/>
          </p:nvSpPr>
          <p:spPr>
            <a:xfrm>
              <a:off x="6462447" y="3369919"/>
              <a:ext cx="14281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/>
                  </a:solidFill>
                </a:rPr>
                <a:t>Phase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2333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86752-7D51-E7E9-5BD7-056A0B90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3B41C9F-4DFD-D769-33E1-5F8063366EEF}"/>
              </a:ext>
            </a:extLst>
          </p:cNvPr>
          <p:cNvGrpSpPr/>
          <p:nvPr/>
        </p:nvGrpSpPr>
        <p:grpSpPr>
          <a:xfrm>
            <a:off x="3784050" y="11597"/>
            <a:ext cx="1210443" cy="1790267"/>
            <a:chOff x="5219731" y="748042"/>
            <a:chExt cx="1965729" cy="366984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5B6A02F-27D2-E183-1F64-9016341EB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1520603"/>
              <a:ext cx="1965729" cy="289728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3C8119D-D496-19CE-61EA-1A4C33D0CA6A}"/>
                </a:ext>
              </a:extLst>
            </p:cNvPr>
            <p:cNvSpPr txBox="1"/>
            <p:nvPr/>
          </p:nvSpPr>
          <p:spPr>
            <a:xfrm>
              <a:off x="5291649" y="748042"/>
              <a:ext cx="1885306" cy="412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DNS Server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17CAAE3-A266-FCEF-3CBD-BD6BBCE0D557}"/>
              </a:ext>
            </a:extLst>
          </p:cNvPr>
          <p:cNvGrpSpPr/>
          <p:nvPr/>
        </p:nvGrpSpPr>
        <p:grpSpPr>
          <a:xfrm>
            <a:off x="1842846" y="3659277"/>
            <a:ext cx="1766676" cy="2125925"/>
            <a:chOff x="353101" y="4244900"/>
            <a:chExt cx="1766676" cy="212592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A184A63-52E3-678C-7074-8D4E4E7A936C}"/>
                </a:ext>
              </a:extLst>
            </p:cNvPr>
            <p:cNvGrpSpPr/>
            <p:nvPr/>
          </p:nvGrpSpPr>
          <p:grpSpPr>
            <a:xfrm>
              <a:off x="353101" y="4244900"/>
              <a:ext cx="1766676" cy="2125925"/>
              <a:chOff x="384120" y="3489959"/>
              <a:chExt cx="2180976" cy="2665918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56DA279C-6418-507F-29FC-513CA8152A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4120" y="3489959"/>
                <a:ext cx="2180976" cy="2180976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E8616E-ACE9-F6A5-DB31-4BA16F19788D}"/>
                  </a:ext>
                </a:extLst>
              </p:cNvPr>
              <p:cNvSpPr txBox="1"/>
              <p:nvPr/>
            </p:nvSpPr>
            <p:spPr>
              <a:xfrm>
                <a:off x="430518" y="5712031"/>
                <a:ext cx="2134577" cy="443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700" b="1" dirty="0">
                    <a:solidFill>
                      <a:schemeClr val="bg1"/>
                    </a:solidFill>
                  </a:rPr>
                  <a:t>Client (Frontend)</a:t>
                </a:r>
              </a:p>
            </p:txBody>
          </p:sp>
        </p:grp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F96751E-C099-5280-FD55-A1171D965F83}"/>
                </a:ext>
              </a:extLst>
            </p:cNvPr>
            <p:cNvSpPr txBox="1"/>
            <p:nvPr/>
          </p:nvSpPr>
          <p:spPr>
            <a:xfrm>
              <a:off x="636421" y="5311011"/>
              <a:ext cx="1114216" cy="18608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0000"/>
                  </a:solidFill>
                </a:rPr>
                <a:t>Browser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9EB4C8C5-222F-E11F-85BB-63DDBE590C3E}"/>
              </a:ext>
            </a:extLst>
          </p:cNvPr>
          <p:cNvSpPr txBox="1"/>
          <p:nvPr/>
        </p:nvSpPr>
        <p:spPr>
          <a:xfrm>
            <a:off x="1880430" y="4175497"/>
            <a:ext cx="1751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www.facebook.com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092C1FC-7144-F3F0-2EEB-89251232063C}"/>
              </a:ext>
            </a:extLst>
          </p:cNvPr>
          <p:cNvGrpSpPr/>
          <p:nvPr/>
        </p:nvGrpSpPr>
        <p:grpSpPr>
          <a:xfrm>
            <a:off x="6431621" y="3369919"/>
            <a:ext cx="5250096" cy="995652"/>
            <a:chOff x="6431621" y="3369919"/>
            <a:chExt cx="5250096" cy="99565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0F5FE3E-4C33-DA08-31EC-4F313421175F}"/>
                </a:ext>
              </a:extLst>
            </p:cNvPr>
            <p:cNvSpPr txBox="1"/>
            <p:nvPr/>
          </p:nvSpPr>
          <p:spPr>
            <a:xfrm>
              <a:off x="6431621" y="3719240"/>
              <a:ext cx="52500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Your browser sends it to DNS server to get the IP address for that domain.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7FF388-33F3-860E-755D-057A07BE64A4}"/>
                </a:ext>
              </a:extLst>
            </p:cNvPr>
            <p:cNvSpPr txBox="1"/>
            <p:nvPr/>
          </p:nvSpPr>
          <p:spPr>
            <a:xfrm>
              <a:off x="6462447" y="3369919"/>
              <a:ext cx="14281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/>
                  </a:solidFill>
                </a:rPr>
                <a:t>Phase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8B8FDC2-9292-BFEF-E202-C095496CB1CC}"/>
              </a:ext>
            </a:extLst>
          </p:cNvPr>
          <p:cNvGrpSpPr/>
          <p:nvPr/>
        </p:nvGrpSpPr>
        <p:grpSpPr>
          <a:xfrm rot="18978391">
            <a:off x="2667563" y="2354714"/>
            <a:ext cx="1817588" cy="669903"/>
            <a:chOff x="3361265" y="5313869"/>
            <a:chExt cx="2039534" cy="802557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1EACF6A-741F-9E6A-3BA7-FCED1E039E8D}"/>
                </a:ext>
              </a:extLst>
            </p:cNvPr>
            <p:cNvCxnSpPr/>
            <p:nvPr/>
          </p:nvCxnSpPr>
          <p:spPr>
            <a:xfrm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16FA555-7AEB-058B-8635-51B4FA9017D2}"/>
                </a:ext>
              </a:extLst>
            </p:cNvPr>
            <p:cNvSpPr txBox="1"/>
            <p:nvPr/>
          </p:nvSpPr>
          <p:spPr>
            <a:xfrm>
              <a:off x="3794811" y="5747094"/>
              <a:ext cx="1114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 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60DA1BE-2789-7BA0-6138-B6D87C9F481D}"/>
                </a:ext>
              </a:extLst>
            </p:cNvPr>
            <p:cNvSpPr txBox="1"/>
            <p:nvPr/>
          </p:nvSpPr>
          <p:spPr>
            <a:xfrm>
              <a:off x="3361265" y="5313869"/>
              <a:ext cx="2039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www.facebook.com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5365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C5FA09-8DFD-A9AE-F2AE-BF886945D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205CDD0-7FBB-6925-04FF-1BBA3B3D14E2}"/>
              </a:ext>
            </a:extLst>
          </p:cNvPr>
          <p:cNvGrpSpPr/>
          <p:nvPr/>
        </p:nvGrpSpPr>
        <p:grpSpPr>
          <a:xfrm>
            <a:off x="3784050" y="11597"/>
            <a:ext cx="1210443" cy="1790267"/>
            <a:chOff x="5219731" y="748042"/>
            <a:chExt cx="1965729" cy="366984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E2D9C86-E08E-D470-121F-E67834013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1520603"/>
              <a:ext cx="1965729" cy="289728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A987241-ABD5-2EEA-2DB5-06BA42DC1B44}"/>
                </a:ext>
              </a:extLst>
            </p:cNvPr>
            <p:cNvSpPr txBox="1"/>
            <p:nvPr/>
          </p:nvSpPr>
          <p:spPr>
            <a:xfrm>
              <a:off x="5291649" y="748042"/>
              <a:ext cx="1885306" cy="412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DNS Server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8D38855-6525-7751-8D7E-B584CE1F5D03}"/>
              </a:ext>
            </a:extLst>
          </p:cNvPr>
          <p:cNvGrpSpPr/>
          <p:nvPr/>
        </p:nvGrpSpPr>
        <p:grpSpPr>
          <a:xfrm>
            <a:off x="1842846" y="3659277"/>
            <a:ext cx="1789056" cy="2125925"/>
            <a:chOff x="1842846" y="3659277"/>
            <a:chExt cx="1789056" cy="2125925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9FDF29DB-1727-1BB0-16A9-ED88D084CA8C}"/>
                </a:ext>
              </a:extLst>
            </p:cNvPr>
            <p:cNvGrpSpPr/>
            <p:nvPr/>
          </p:nvGrpSpPr>
          <p:grpSpPr>
            <a:xfrm>
              <a:off x="1842846" y="3659277"/>
              <a:ext cx="1766676" cy="2125925"/>
              <a:chOff x="353101" y="4244900"/>
              <a:chExt cx="1766676" cy="2125925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B5207549-0EE9-2042-F52B-75EB0A926BD1}"/>
                  </a:ext>
                </a:extLst>
              </p:cNvPr>
              <p:cNvGrpSpPr/>
              <p:nvPr/>
            </p:nvGrpSpPr>
            <p:grpSpPr>
              <a:xfrm>
                <a:off x="353101" y="4244900"/>
                <a:ext cx="1766676" cy="2125925"/>
                <a:chOff x="384120" y="3489959"/>
                <a:chExt cx="2180976" cy="2665918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5869BA43-1C32-A49D-5B7F-E1AFA54885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120" y="3489959"/>
                  <a:ext cx="2180976" cy="2180976"/>
                </a:xfrm>
                <a:prstGeom prst="rect">
                  <a:avLst/>
                </a:prstGeom>
              </p:spPr>
            </p:pic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5151960-F58E-A0F0-22DA-094CD915040D}"/>
                    </a:ext>
                  </a:extLst>
                </p:cNvPr>
                <p:cNvSpPr txBox="1"/>
                <p:nvPr/>
              </p:nvSpPr>
              <p:spPr>
                <a:xfrm>
                  <a:off x="430518" y="5712031"/>
                  <a:ext cx="2134577" cy="443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700" b="1" dirty="0">
                      <a:solidFill>
                        <a:schemeClr val="bg1"/>
                      </a:solidFill>
                    </a:rPr>
                    <a:t>Client (Frontend)</a:t>
                  </a:r>
                </a:p>
              </p:txBody>
            </p:sp>
          </p:grp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D92F8D46-52EA-AE90-7153-802009BFE367}"/>
                  </a:ext>
                </a:extLst>
              </p:cNvPr>
              <p:cNvSpPr txBox="1"/>
              <p:nvPr/>
            </p:nvSpPr>
            <p:spPr>
              <a:xfrm>
                <a:off x="636421" y="5311011"/>
                <a:ext cx="1114216" cy="18608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0000"/>
                    </a:solidFill>
                  </a:rPr>
                  <a:t>Browser</a:t>
                </a:r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AC5C739E-7BDA-A2A3-D617-2836CA3025D5}"/>
                </a:ext>
              </a:extLst>
            </p:cNvPr>
            <p:cNvSpPr txBox="1"/>
            <p:nvPr/>
          </p:nvSpPr>
          <p:spPr>
            <a:xfrm>
              <a:off x="1880430" y="4175497"/>
              <a:ext cx="1751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www.facebook.com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948AED8-547E-ADD3-74DB-04FF7ECAB068}"/>
              </a:ext>
            </a:extLst>
          </p:cNvPr>
          <p:cNvGrpSpPr/>
          <p:nvPr/>
        </p:nvGrpSpPr>
        <p:grpSpPr>
          <a:xfrm>
            <a:off x="6431621" y="3369919"/>
            <a:ext cx="5250096" cy="718653"/>
            <a:chOff x="6431621" y="3369919"/>
            <a:chExt cx="5250096" cy="71865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2742AD9-FF4F-5E47-5A98-BE4042B9C3A0}"/>
                </a:ext>
              </a:extLst>
            </p:cNvPr>
            <p:cNvSpPr txBox="1"/>
            <p:nvPr/>
          </p:nvSpPr>
          <p:spPr>
            <a:xfrm>
              <a:off x="6431621" y="3719240"/>
              <a:ext cx="5250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The DNS server responds with the IP address.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C31476-F148-0EC7-589E-094EE0AF0144}"/>
                </a:ext>
              </a:extLst>
            </p:cNvPr>
            <p:cNvSpPr txBox="1"/>
            <p:nvPr/>
          </p:nvSpPr>
          <p:spPr>
            <a:xfrm>
              <a:off x="6462447" y="3369919"/>
              <a:ext cx="14281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/>
                  </a:solidFill>
                </a:rPr>
                <a:t>Phase 3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CE5155B-0E5C-3B9A-B2E7-5254EA1AD09A}"/>
              </a:ext>
            </a:extLst>
          </p:cNvPr>
          <p:cNvGrpSpPr/>
          <p:nvPr/>
        </p:nvGrpSpPr>
        <p:grpSpPr>
          <a:xfrm rot="18978391">
            <a:off x="2667563" y="2354714"/>
            <a:ext cx="1817588" cy="669903"/>
            <a:chOff x="3361265" y="5313869"/>
            <a:chExt cx="2039534" cy="802557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AFD7003-9819-0C08-7B92-ED4CA364966C}"/>
                </a:ext>
              </a:extLst>
            </p:cNvPr>
            <p:cNvCxnSpPr/>
            <p:nvPr/>
          </p:nvCxnSpPr>
          <p:spPr>
            <a:xfrm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011926-EA1B-E3AF-92A9-A41812BBC007}"/>
                </a:ext>
              </a:extLst>
            </p:cNvPr>
            <p:cNvSpPr txBox="1"/>
            <p:nvPr/>
          </p:nvSpPr>
          <p:spPr>
            <a:xfrm>
              <a:off x="3794811" y="5747094"/>
              <a:ext cx="1114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 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79CD7D6-E759-A1B0-29FA-48262F8DED22}"/>
                </a:ext>
              </a:extLst>
            </p:cNvPr>
            <p:cNvSpPr txBox="1"/>
            <p:nvPr/>
          </p:nvSpPr>
          <p:spPr>
            <a:xfrm>
              <a:off x="3361265" y="5313869"/>
              <a:ext cx="2039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www.facebook.com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8C656C-CE64-542C-FD0D-A6A2A96CCC01}"/>
              </a:ext>
            </a:extLst>
          </p:cNvPr>
          <p:cNvGrpSpPr/>
          <p:nvPr/>
        </p:nvGrpSpPr>
        <p:grpSpPr>
          <a:xfrm rot="19010235">
            <a:off x="2337382" y="1863560"/>
            <a:ext cx="1460459" cy="663270"/>
            <a:chOff x="3534310" y="5313869"/>
            <a:chExt cx="1767155" cy="802557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CD5114C-FAD5-8A4A-95BA-1F0410E145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519C7B8-1B45-0BC7-C15A-820F3E07A8F8}"/>
                </a:ext>
              </a:extLst>
            </p:cNvPr>
            <p:cNvSpPr txBox="1"/>
            <p:nvPr/>
          </p:nvSpPr>
          <p:spPr>
            <a:xfrm>
              <a:off x="3726202" y="5747094"/>
              <a:ext cx="125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Response 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5DB8B12-9855-1504-F1C8-64DD10C59C02}"/>
                </a:ext>
              </a:extLst>
            </p:cNvPr>
            <p:cNvSpPr txBox="1"/>
            <p:nvPr/>
          </p:nvSpPr>
          <p:spPr>
            <a:xfrm>
              <a:off x="3558532" y="5313869"/>
              <a:ext cx="1645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157.240.241.35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129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2548E-32E8-E80B-19BD-71686CA7D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5EE29A4-972C-F2E5-7951-539654B50522}"/>
              </a:ext>
            </a:extLst>
          </p:cNvPr>
          <p:cNvGrpSpPr/>
          <p:nvPr/>
        </p:nvGrpSpPr>
        <p:grpSpPr>
          <a:xfrm>
            <a:off x="472296" y="0"/>
            <a:ext cx="1546008" cy="2049580"/>
            <a:chOff x="5211226" y="1810983"/>
            <a:chExt cx="1974234" cy="260690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7AE41E5-F460-63F9-2F07-F26DBE474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2246252"/>
              <a:ext cx="1965729" cy="217163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963652-5AAE-697A-0A5A-D37F30929274}"/>
                </a:ext>
              </a:extLst>
            </p:cNvPr>
            <p:cNvSpPr txBox="1"/>
            <p:nvPr/>
          </p:nvSpPr>
          <p:spPr>
            <a:xfrm>
              <a:off x="5211226" y="1810983"/>
              <a:ext cx="1965729" cy="435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bg1"/>
                  </a:solidFill>
                </a:rPr>
                <a:t>Frontend Server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4B2057E-56F7-777E-2D36-FA889448129D}"/>
              </a:ext>
            </a:extLst>
          </p:cNvPr>
          <p:cNvGrpSpPr/>
          <p:nvPr/>
        </p:nvGrpSpPr>
        <p:grpSpPr>
          <a:xfrm rot="14842365">
            <a:off x="1185767" y="2483234"/>
            <a:ext cx="1327690" cy="663270"/>
            <a:chOff x="3534310" y="5313869"/>
            <a:chExt cx="1767155" cy="802557"/>
          </a:xfrm>
        </p:grpSpPr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6D760EA8-D729-96F8-350E-2B8246B0DF1B}"/>
                </a:ext>
              </a:extLst>
            </p:cNvPr>
            <p:cNvCxnSpPr/>
            <p:nvPr/>
          </p:nvCxnSpPr>
          <p:spPr>
            <a:xfrm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F187A17-80D8-7438-4BFC-B065BB5AD9BA}"/>
                </a:ext>
              </a:extLst>
            </p:cNvPr>
            <p:cNvSpPr txBox="1"/>
            <p:nvPr/>
          </p:nvSpPr>
          <p:spPr>
            <a:xfrm>
              <a:off x="3794810" y="5747094"/>
              <a:ext cx="1114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 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1F88FCB-A8F7-CB26-B23A-63952318868C}"/>
                </a:ext>
              </a:extLst>
            </p:cNvPr>
            <p:cNvSpPr txBox="1"/>
            <p:nvPr/>
          </p:nvSpPr>
          <p:spPr>
            <a:xfrm>
              <a:off x="3558532" y="5313869"/>
              <a:ext cx="1645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157.240.241.35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459D571-425B-47CB-64DD-284955F93ED5}"/>
              </a:ext>
            </a:extLst>
          </p:cNvPr>
          <p:cNvGrpSpPr/>
          <p:nvPr/>
        </p:nvGrpSpPr>
        <p:grpSpPr>
          <a:xfrm>
            <a:off x="3784050" y="11597"/>
            <a:ext cx="1210443" cy="1790267"/>
            <a:chOff x="5219731" y="748042"/>
            <a:chExt cx="1965729" cy="3669846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C5F5D392-44E3-1429-4CC4-F4BA1FF51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1520603"/>
              <a:ext cx="1965729" cy="2897285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7F6E3BC-4FFA-FD63-A601-D63742CB964A}"/>
                </a:ext>
              </a:extLst>
            </p:cNvPr>
            <p:cNvSpPr txBox="1"/>
            <p:nvPr/>
          </p:nvSpPr>
          <p:spPr>
            <a:xfrm>
              <a:off x="5291649" y="748042"/>
              <a:ext cx="1885306" cy="412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DNS Server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28EF727-34DD-9110-BE94-E968893C6F6E}"/>
              </a:ext>
            </a:extLst>
          </p:cNvPr>
          <p:cNvGrpSpPr/>
          <p:nvPr/>
        </p:nvGrpSpPr>
        <p:grpSpPr>
          <a:xfrm rot="18978391">
            <a:off x="2667563" y="2354714"/>
            <a:ext cx="1817588" cy="669903"/>
            <a:chOff x="3361265" y="5313869"/>
            <a:chExt cx="2039534" cy="802557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516CA7F-2A03-18E9-39B1-BC8D9055DD04}"/>
                </a:ext>
              </a:extLst>
            </p:cNvPr>
            <p:cNvCxnSpPr/>
            <p:nvPr/>
          </p:nvCxnSpPr>
          <p:spPr>
            <a:xfrm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0C70605-D8EC-95E6-0AF7-5E8CE97BF1A1}"/>
                </a:ext>
              </a:extLst>
            </p:cNvPr>
            <p:cNvSpPr txBox="1"/>
            <p:nvPr/>
          </p:nvSpPr>
          <p:spPr>
            <a:xfrm>
              <a:off x="3794811" y="5747094"/>
              <a:ext cx="1114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 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FA27123-0779-9A9E-6E0A-B5CB2E58C00E}"/>
                </a:ext>
              </a:extLst>
            </p:cNvPr>
            <p:cNvSpPr txBox="1"/>
            <p:nvPr/>
          </p:nvSpPr>
          <p:spPr>
            <a:xfrm>
              <a:off x="3361265" y="5313869"/>
              <a:ext cx="2039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www.facebook.com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769A6E3-098D-3AEA-D647-78BCF162DB0F}"/>
              </a:ext>
            </a:extLst>
          </p:cNvPr>
          <p:cNvGrpSpPr/>
          <p:nvPr/>
        </p:nvGrpSpPr>
        <p:grpSpPr>
          <a:xfrm rot="19010235">
            <a:off x="2337382" y="1863560"/>
            <a:ext cx="1460459" cy="663270"/>
            <a:chOff x="3534310" y="5313869"/>
            <a:chExt cx="1767155" cy="802557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04A343C-A708-59A3-27D3-42B1BB7781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02E84CE-F284-824F-BFA8-717AE4CD00E9}"/>
                </a:ext>
              </a:extLst>
            </p:cNvPr>
            <p:cNvSpPr txBox="1"/>
            <p:nvPr/>
          </p:nvSpPr>
          <p:spPr>
            <a:xfrm>
              <a:off x="3726202" y="5747094"/>
              <a:ext cx="125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Response 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7892D08-EA18-44EC-B880-6FFA36BF48AA}"/>
                </a:ext>
              </a:extLst>
            </p:cNvPr>
            <p:cNvSpPr txBox="1"/>
            <p:nvPr/>
          </p:nvSpPr>
          <p:spPr>
            <a:xfrm>
              <a:off x="3558532" y="5313869"/>
              <a:ext cx="1645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157.240.241.35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5400F05-3B1F-C9B7-4764-269B87DE51A7}"/>
              </a:ext>
            </a:extLst>
          </p:cNvPr>
          <p:cNvGrpSpPr/>
          <p:nvPr/>
        </p:nvGrpSpPr>
        <p:grpSpPr>
          <a:xfrm>
            <a:off x="1842846" y="3659277"/>
            <a:ext cx="1789056" cy="2125925"/>
            <a:chOff x="1842846" y="3659277"/>
            <a:chExt cx="1789056" cy="2125925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D2C757A-FCB0-31EA-BFDB-5C490DC4D3C8}"/>
                </a:ext>
              </a:extLst>
            </p:cNvPr>
            <p:cNvGrpSpPr/>
            <p:nvPr/>
          </p:nvGrpSpPr>
          <p:grpSpPr>
            <a:xfrm>
              <a:off x="1842846" y="3659277"/>
              <a:ext cx="1766676" cy="2125925"/>
              <a:chOff x="353101" y="4244900"/>
              <a:chExt cx="1766676" cy="2125925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B9BFD922-2B95-4777-F362-250FCAF61000}"/>
                  </a:ext>
                </a:extLst>
              </p:cNvPr>
              <p:cNvGrpSpPr/>
              <p:nvPr/>
            </p:nvGrpSpPr>
            <p:grpSpPr>
              <a:xfrm>
                <a:off x="353101" y="4244900"/>
                <a:ext cx="1766676" cy="2125925"/>
                <a:chOff x="384120" y="3489959"/>
                <a:chExt cx="2180976" cy="2665918"/>
              </a:xfrm>
            </p:grpSpPr>
            <p:pic>
              <p:nvPicPr>
                <p:cNvPr id="63" name="Picture 62">
                  <a:extLst>
                    <a:ext uri="{FF2B5EF4-FFF2-40B4-BE49-F238E27FC236}">
                      <a16:creationId xmlns:a16="http://schemas.microsoft.com/office/drawing/2014/main" id="{FB8A41B9-3575-304F-5A67-D659D43286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120" y="3489959"/>
                  <a:ext cx="2180976" cy="2180976"/>
                </a:xfrm>
                <a:prstGeom prst="rect">
                  <a:avLst/>
                </a:prstGeom>
              </p:spPr>
            </p:pic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84CC36AE-B62A-4A47-41D1-D323D69245EF}"/>
                    </a:ext>
                  </a:extLst>
                </p:cNvPr>
                <p:cNvSpPr txBox="1"/>
                <p:nvPr/>
              </p:nvSpPr>
              <p:spPr>
                <a:xfrm>
                  <a:off x="430518" y="5712031"/>
                  <a:ext cx="2134577" cy="443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700" b="1" dirty="0">
                      <a:solidFill>
                        <a:schemeClr val="bg1"/>
                      </a:solidFill>
                    </a:rPr>
                    <a:t>Client (Frontend)</a:t>
                  </a:r>
                </a:p>
              </p:txBody>
            </p:sp>
          </p:grp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29AA0C2-3122-274D-7AB0-6950978391E2}"/>
                  </a:ext>
                </a:extLst>
              </p:cNvPr>
              <p:cNvSpPr txBox="1"/>
              <p:nvPr/>
            </p:nvSpPr>
            <p:spPr>
              <a:xfrm>
                <a:off x="636421" y="5311011"/>
                <a:ext cx="1114216" cy="18608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0000"/>
                    </a:solidFill>
                  </a:rPr>
                  <a:t>Browser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8AEDCB5-087A-99F9-FABB-A8611D208A4F}"/>
                </a:ext>
              </a:extLst>
            </p:cNvPr>
            <p:cNvSpPr txBox="1"/>
            <p:nvPr/>
          </p:nvSpPr>
          <p:spPr>
            <a:xfrm>
              <a:off x="1880430" y="4175497"/>
              <a:ext cx="17514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www.facebook.com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1BFF650-A431-216C-9BC2-A1A77B47560B}"/>
              </a:ext>
            </a:extLst>
          </p:cNvPr>
          <p:cNvGrpSpPr/>
          <p:nvPr/>
        </p:nvGrpSpPr>
        <p:grpSpPr>
          <a:xfrm>
            <a:off x="6431621" y="3369919"/>
            <a:ext cx="5250096" cy="995652"/>
            <a:chOff x="6431621" y="3369919"/>
            <a:chExt cx="5250096" cy="995652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15E96A8-F5FD-9E78-3D63-AAB4A8F4695D}"/>
                </a:ext>
              </a:extLst>
            </p:cNvPr>
            <p:cNvSpPr txBox="1"/>
            <p:nvPr/>
          </p:nvSpPr>
          <p:spPr>
            <a:xfrm>
              <a:off x="6431621" y="3719240"/>
              <a:ext cx="52500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With the IP address, your browser sends a request to the Frontend server to fetch Facebook frontend files.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D1831A6-5386-F90E-F06D-EB61E9C996F8}"/>
                </a:ext>
              </a:extLst>
            </p:cNvPr>
            <p:cNvSpPr txBox="1"/>
            <p:nvPr/>
          </p:nvSpPr>
          <p:spPr>
            <a:xfrm>
              <a:off x="6462447" y="3369919"/>
              <a:ext cx="14281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/>
                  </a:solidFill>
                </a:rPr>
                <a:t>Phase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8476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30673-17C2-41E8-2114-29F0859D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EBAB07E-8696-1A5C-1D6D-B53D6EDCCB29}"/>
              </a:ext>
            </a:extLst>
          </p:cNvPr>
          <p:cNvGrpSpPr/>
          <p:nvPr/>
        </p:nvGrpSpPr>
        <p:grpSpPr>
          <a:xfrm>
            <a:off x="3784050" y="11597"/>
            <a:ext cx="1210443" cy="1790267"/>
            <a:chOff x="5219731" y="748042"/>
            <a:chExt cx="1965729" cy="366984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A84A5CE-555A-AABA-A98A-8F44E5FE2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1520603"/>
              <a:ext cx="1965729" cy="289728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1C96CB-6492-D892-D983-F6FAEA8CA23E}"/>
                </a:ext>
              </a:extLst>
            </p:cNvPr>
            <p:cNvSpPr txBox="1"/>
            <p:nvPr/>
          </p:nvSpPr>
          <p:spPr>
            <a:xfrm>
              <a:off x="5291649" y="748042"/>
              <a:ext cx="1885306" cy="412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DNS Server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9C749E-954A-C5F6-D618-017EEDC06C00}"/>
              </a:ext>
            </a:extLst>
          </p:cNvPr>
          <p:cNvGrpSpPr/>
          <p:nvPr/>
        </p:nvGrpSpPr>
        <p:grpSpPr>
          <a:xfrm>
            <a:off x="472296" y="0"/>
            <a:ext cx="1546008" cy="2049580"/>
            <a:chOff x="5211226" y="1810983"/>
            <a:chExt cx="1974234" cy="260690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FD30D50-AB2B-B15A-C6D7-5191472AC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2246252"/>
              <a:ext cx="1965729" cy="217163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F27B16-7653-90D3-AC16-312825702995}"/>
                </a:ext>
              </a:extLst>
            </p:cNvPr>
            <p:cNvSpPr txBox="1"/>
            <p:nvPr/>
          </p:nvSpPr>
          <p:spPr>
            <a:xfrm>
              <a:off x="5211226" y="1810983"/>
              <a:ext cx="1965729" cy="435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bg1"/>
                  </a:solidFill>
                </a:rPr>
                <a:t>Frontend Server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A322431-C5B5-2EBA-E6D6-969874033382}"/>
              </a:ext>
            </a:extLst>
          </p:cNvPr>
          <p:cNvGrpSpPr/>
          <p:nvPr/>
        </p:nvGrpSpPr>
        <p:grpSpPr>
          <a:xfrm rot="18978391">
            <a:off x="2667563" y="2354714"/>
            <a:ext cx="1817588" cy="669903"/>
            <a:chOff x="3361265" y="5313869"/>
            <a:chExt cx="2039534" cy="802557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BC912703-C825-8F30-994D-E2CC28997C71}"/>
                </a:ext>
              </a:extLst>
            </p:cNvPr>
            <p:cNvCxnSpPr/>
            <p:nvPr/>
          </p:nvCxnSpPr>
          <p:spPr>
            <a:xfrm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6890419-B575-592C-9EA7-A095B141DCE9}"/>
                </a:ext>
              </a:extLst>
            </p:cNvPr>
            <p:cNvSpPr txBox="1"/>
            <p:nvPr/>
          </p:nvSpPr>
          <p:spPr>
            <a:xfrm>
              <a:off x="3794811" y="5747094"/>
              <a:ext cx="1114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 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CBAE601-0C83-25CC-8ADA-5FEB2CCE5F44}"/>
                </a:ext>
              </a:extLst>
            </p:cNvPr>
            <p:cNvSpPr txBox="1"/>
            <p:nvPr/>
          </p:nvSpPr>
          <p:spPr>
            <a:xfrm>
              <a:off x="3361265" y="5313869"/>
              <a:ext cx="2039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www.facebook.com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D2A3588-38AB-218C-9EB9-EEEE6B84A2CD}"/>
              </a:ext>
            </a:extLst>
          </p:cNvPr>
          <p:cNvGrpSpPr/>
          <p:nvPr/>
        </p:nvGrpSpPr>
        <p:grpSpPr>
          <a:xfrm rot="14888896">
            <a:off x="-115811" y="2331474"/>
            <a:ext cx="1767155" cy="1527119"/>
            <a:chOff x="3414367" y="4924036"/>
            <a:chExt cx="1767155" cy="167983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0221E92-234C-537F-B590-68AB82506AB0}"/>
                </a:ext>
              </a:extLst>
            </p:cNvPr>
            <p:cNvGrpSpPr/>
            <p:nvPr/>
          </p:nvGrpSpPr>
          <p:grpSpPr>
            <a:xfrm>
              <a:off x="3567755" y="4924036"/>
              <a:ext cx="1369910" cy="1115219"/>
              <a:chOff x="8185158" y="1089062"/>
              <a:chExt cx="1441728" cy="1265495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75DC2205-4BA4-4772-5D82-767BDC3EF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8" y="1089062"/>
                <a:ext cx="1441728" cy="1265495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9CD025-AC1C-9FF1-6381-B44979C21D98}"/>
                  </a:ext>
                </a:extLst>
              </p:cNvPr>
              <p:cNvSpPr txBox="1"/>
              <p:nvPr/>
            </p:nvSpPr>
            <p:spPr>
              <a:xfrm>
                <a:off x="8290942" y="1310436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HTML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9EBEC7-7955-8EAF-42AD-8B6C1F820519}"/>
                  </a:ext>
                </a:extLst>
              </p:cNvPr>
              <p:cNvSpPr txBox="1"/>
              <p:nvPr/>
            </p:nvSpPr>
            <p:spPr>
              <a:xfrm>
                <a:off x="8268682" y="1578620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CSS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78FC00-29D4-7EAA-AA8D-C899FBE3F258}"/>
                  </a:ext>
                </a:extLst>
              </p:cNvPr>
              <p:cNvSpPr txBox="1"/>
              <p:nvPr/>
            </p:nvSpPr>
            <p:spPr>
              <a:xfrm>
                <a:off x="8297796" y="1849571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JavaScript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CA11A63-B3B3-3090-3642-4A58E8F982BA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EA52B6BA-E669-6AF9-8DDD-032C9EE8DE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1AF654E-52E8-ECCB-500D-8E1ED59636D3}"/>
                  </a:ext>
                </a:extLst>
              </p:cNvPr>
              <p:cNvSpPr txBox="1"/>
              <p:nvPr/>
            </p:nvSpPr>
            <p:spPr>
              <a:xfrm>
                <a:off x="3726202" y="5747094"/>
                <a:ext cx="1251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Response 2</a:t>
                </a:r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A7C64B0-8404-72C4-9DD4-A295641FC941}"/>
              </a:ext>
            </a:extLst>
          </p:cNvPr>
          <p:cNvGrpSpPr/>
          <p:nvPr/>
        </p:nvGrpSpPr>
        <p:grpSpPr>
          <a:xfrm rot="19010235">
            <a:off x="2337382" y="1863560"/>
            <a:ext cx="1460459" cy="663270"/>
            <a:chOff x="3534310" y="5313869"/>
            <a:chExt cx="1767155" cy="802557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49E861A0-BF95-EC3C-3AF3-A90B2C691F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B15E888-12DD-06F8-9A44-57247BFD37C0}"/>
                </a:ext>
              </a:extLst>
            </p:cNvPr>
            <p:cNvSpPr txBox="1"/>
            <p:nvPr/>
          </p:nvSpPr>
          <p:spPr>
            <a:xfrm>
              <a:off x="3726202" y="5747094"/>
              <a:ext cx="125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Response 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73006C2-2944-4942-3C01-BE6407AE7C8B}"/>
                </a:ext>
              </a:extLst>
            </p:cNvPr>
            <p:cNvSpPr txBox="1"/>
            <p:nvPr/>
          </p:nvSpPr>
          <p:spPr>
            <a:xfrm>
              <a:off x="3558532" y="5313869"/>
              <a:ext cx="1645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157.240.241.35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B25DCCF-755C-B427-B391-D8447EB01283}"/>
              </a:ext>
            </a:extLst>
          </p:cNvPr>
          <p:cNvGrpSpPr/>
          <p:nvPr/>
        </p:nvGrpSpPr>
        <p:grpSpPr>
          <a:xfrm rot="14842365">
            <a:off x="1185767" y="2483234"/>
            <a:ext cx="1327690" cy="663270"/>
            <a:chOff x="3534310" y="5313869"/>
            <a:chExt cx="1767155" cy="802557"/>
          </a:xfrm>
        </p:grpSpPr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E1E6E0AD-E2AA-7F5F-E40A-0A310A9E5B33}"/>
                </a:ext>
              </a:extLst>
            </p:cNvPr>
            <p:cNvCxnSpPr/>
            <p:nvPr/>
          </p:nvCxnSpPr>
          <p:spPr>
            <a:xfrm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87C84E8-9CEB-62D2-94E8-C01A8FB8F17C}"/>
                </a:ext>
              </a:extLst>
            </p:cNvPr>
            <p:cNvSpPr txBox="1"/>
            <p:nvPr/>
          </p:nvSpPr>
          <p:spPr>
            <a:xfrm>
              <a:off x="3794810" y="5747094"/>
              <a:ext cx="1114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 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A9E53BE-6299-29EB-49AF-740BF2EA8A75}"/>
                </a:ext>
              </a:extLst>
            </p:cNvPr>
            <p:cNvSpPr txBox="1"/>
            <p:nvPr/>
          </p:nvSpPr>
          <p:spPr>
            <a:xfrm>
              <a:off x="3558532" y="5313869"/>
              <a:ext cx="1645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157.240.241.35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626C58E-87AF-FC15-36AC-90062835BB87}"/>
              </a:ext>
            </a:extLst>
          </p:cNvPr>
          <p:cNvGrpSpPr/>
          <p:nvPr/>
        </p:nvGrpSpPr>
        <p:grpSpPr>
          <a:xfrm>
            <a:off x="1842846" y="3659277"/>
            <a:ext cx="1766676" cy="2125925"/>
            <a:chOff x="1842846" y="3659277"/>
            <a:chExt cx="1766676" cy="2125925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A976464C-73CB-7304-7626-5D4C6F2F381A}"/>
                </a:ext>
              </a:extLst>
            </p:cNvPr>
            <p:cNvGrpSpPr/>
            <p:nvPr/>
          </p:nvGrpSpPr>
          <p:grpSpPr>
            <a:xfrm>
              <a:off x="1842846" y="3659277"/>
              <a:ext cx="1766676" cy="2125925"/>
              <a:chOff x="353101" y="4244900"/>
              <a:chExt cx="1766676" cy="2125925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EF28B598-A518-B5FB-EAF6-8565FD2D5EF1}"/>
                  </a:ext>
                </a:extLst>
              </p:cNvPr>
              <p:cNvGrpSpPr/>
              <p:nvPr/>
            </p:nvGrpSpPr>
            <p:grpSpPr>
              <a:xfrm>
                <a:off x="353101" y="4244900"/>
                <a:ext cx="1766676" cy="2125925"/>
                <a:chOff x="384120" y="3489959"/>
                <a:chExt cx="2180976" cy="2665918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553E8793-35CC-710F-8A4F-228355A2A1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120" y="3489959"/>
                  <a:ext cx="2180976" cy="2180976"/>
                </a:xfrm>
                <a:prstGeom prst="rect">
                  <a:avLst/>
                </a:prstGeom>
              </p:spPr>
            </p:pic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B661BA3-CC47-D0F6-4410-12AEFC12CBB3}"/>
                    </a:ext>
                  </a:extLst>
                </p:cNvPr>
                <p:cNvSpPr txBox="1"/>
                <p:nvPr/>
              </p:nvSpPr>
              <p:spPr>
                <a:xfrm>
                  <a:off x="430518" y="5712031"/>
                  <a:ext cx="2134577" cy="443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700" b="1" dirty="0">
                      <a:solidFill>
                        <a:schemeClr val="bg1"/>
                      </a:solidFill>
                    </a:rPr>
                    <a:t>Client (Frontend)</a:t>
                  </a:r>
                </a:p>
              </p:txBody>
            </p:sp>
          </p:grp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C6F72D97-4C19-93D3-E542-398C63FFBF64}"/>
                  </a:ext>
                </a:extLst>
              </p:cNvPr>
              <p:cNvSpPr txBox="1"/>
              <p:nvPr/>
            </p:nvSpPr>
            <p:spPr>
              <a:xfrm>
                <a:off x="636421" y="5295306"/>
                <a:ext cx="1114216" cy="29968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0000"/>
                    </a:solidFill>
                  </a:rPr>
                  <a:t>Browser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270FA3D-32D1-093D-C6F0-A143617938DF}"/>
                </a:ext>
              </a:extLst>
            </p:cNvPr>
            <p:cNvGrpSpPr/>
            <p:nvPr/>
          </p:nvGrpSpPr>
          <p:grpSpPr>
            <a:xfrm>
              <a:off x="2188434" y="3776616"/>
              <a:ext cx="1113081" cy="995978"/>
              <a:chOff x="8185157" y="1089061"/>
              <a:chExt cx="1441728" cy="141090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C1E4D4F2-C90C-6577-2A95-1B3546FFB7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7" y="1089061"/>
                <a:ext cx="1441728" cy="1410905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BF846F-0007-D4EB-343E-585D63A1ACE1}"/>
                  </a:ext>
                </a:extLst>
              </p:cNvPr>
              <p:cNvSpPr txBox="1"/>
              <p:nvPr/>
            </p:nvSpPr>
            <p:spPr>
              <a:xfrm>
                <a:off x="8290942" y="1380387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HTML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F8FF79-FD50-B332-0FCB-850BB3772726}"/>
                  </a:ext>
                </a:extLst>
              </p:cNvPr>
              <p:cNvSpPr txBox="1"/>
              <p:nvPr/>
            </p:nvSpPr>
            <p:spPr>
              <a:xfrm>
                <a:off x="8268682" y="1625253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CSS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2D8321-A64D-F169-DDFC-AA51ED607391}"/>
                  </a:ext>
                </a:extLst>
              </p:cNvPr>
              <p:cNvSpPr txBox="1"/>
              <p:nvPr/>
            </p:nvSpPr>
            <p:spPr>
              <a:xfrm>
                <a:off x="8297796" y="1849571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JavaScript</a:t>
                </a: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055BFE1-2EC7-870A-9CEA-9E16C69CF22D}"/>
              </a:ext>
            </a:extLst>
          </p:cNvPr>
          <p:cNvGrpSpPr/>
          <p:nvPr/>
        </p:nvGrpSpPr>
        <p:grpSpPr>
          <a:xfrm>
            <a:off x="6431621" y="3369919"/>
            <a:ext cx="5250096" cy="1826649"/>
            <a:chOff x="6431621" y="3369919"/>
            <a:chExt cx="5250096" cy="182664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434E83-47AE-A362-D386-6BECE0D93979}"/>
                </a:ext>
              </a:extLst>
            </p:cNvPr>
            <p:cNvSpPr txBox="1"/>
            <p:nvPr/>
          </p:nvSpPr>
          <p:spPr>
            <a:xfrm>
              <a:off x="6431621" y="3719240"/>
              <a:ext cx="525009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The Frontend server responds with the frontend files.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Your browser display these files.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You can now interact with these frontend files on your browser.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FA8F53F-AD79-2E08-89BC-8004FB639AF0}"/>
                </a:ext>
              </a:extLst>
            </p:cNvPr>
            <p:cNvSpPr txBox="1"/>
            <p:nvPr/>
          </p:nvSpPr>
          <p:spPr>
            <a:xfrm>
              <a:off x="6462447" y="3369919"/>
              <a:ext cx="14281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/>
                  </a:solidFill>
                </a:rPr>
                <a:t>Phase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2478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801B9-2149-4375-E526-8CE5FA245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37D2CF6-2CEE-2318-88E5-525D390DB410}"/>
              </a:ext>
            </a:extLst>
          </p:cNvPr>
          <p:cNvGrpSpPr/>
          <p:nvPr/>
        </p:nvGrpSpPr>
        <p:grpSpPr>
          <a:xfrm>
            <a:off x="3784050" y="11597"/>
            <a:ext cx="1210443" cy="1790267"/>
            <a:chOff x="5219731" y="748042"/>
            <a:chExt cx="1965729" cy="366984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5CEB502-CEE6-0AE8-424E-C5E1DD067A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1520603"/>
              <a:ext cx="1965729" cy="289728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E99AA5A-A168-81A0-4552-5BD6D6A641F9}"/>
                </a:ext>
              </a:extLst>
            </p:cNvPr>
            <p:cNvSpPr txBox="1"/>
            <p:nvPr/>
          </p:nvSpPr>
          <p:spPr>
            <a:xfrm>
              <a:off x="5291649" y="748042"/>
              <a:ext cx="1885306" cy="412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DNS Server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E668FE-2206-0F04-5F49-2E95BCC75799}"/>
              </a:ext>
            </a:extLst>
          </p:cNvPr>
          <p:cNvGrpSpPr/>
          <p:nvPr/>
        </p:nvGrpSpPr>
        <p:grpSpPr>
          <a:xfrm>
            <a:off x="472296" y="0"/>
            <a:ext cx="1546008" cy="2049580"/>
            <a:chOff x="5211226" y="1810983"/>
            <a:chExt cx="1974234" cy="260690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018BEC7-09D7-2CA7-DE0B-F537AE55C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2246252"/>
              <a:ext cx="1965729" cy="217163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EDB8A46-27DD-1B53-5987-3221A1B73552}"/>
                </a:ext>
              </a:extLst>
            </p:cNvPr>
            <p:cNvSpPr txBox="1"/>
            <p:nvPr/>
          </p:nvSpPr>
          <p:spPr>
            <a:xfrm>
              <a:off x="5211226" y="1810983"/>
              <a:ext cx="1965729" cy="435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bg1"/>
                  </a:solidFill>
                </a:rPr>
                <a:t>Frontend Server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A2A7534-2FAE-A5F3-9071-A0E6C85FFFE9}"/>
              </a:ext>
            </a:extLst>
          </p:cNvPr>
          <p:cNvGrpSpPr/>
          <p:nvPr/>
        </p:nvGrpSpPr>
        <p:grpSpPr>
          <a:xfrm>
            <a:off x="6174764" y="2722364"/>
            <a:ext cx="1934858" cy="3395782"/>
            <a:chOff x="5969284" y="1561388"/>
            <a:chExt cx="1934858" cy="339578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E473400-5558-33C2-5792-F9A245831104}"/>
                </a:ext>
              </a:extLst>
            </p:cNvPr>
            <p:cNvGrpSpPr/>
            <p:nvPr/>
          </p:nvGrpSpPr>
          <p:grpSpPr>
            <a:xfrm>
              <a:off x="5969284" y="2712897"/>
              <a:ext cx="1934858" cy="2244273"/>
              <a:chOff x="5219731" y="1898151"/>
              <a:chExt cx="1965729" cy="301129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D016087-1F65-68BA-E996-5ECD2BEECD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19731" y="1898151"/>
                <a:ext cx="1965729" cy="2519737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2D24595-C0A5-98F1-B3BD-4F4DD53E7C00}"/>
                  </a:ext>
                </a:extLst>
              </p:cNvPr>
              <p:cNvSpPr txBox="1"/>
              <p:nvPr/>
            </p:nvSpPr>
            <p:spPr>
              <a:xfrm>
                <a:off x="5291649" y="4455187"/>
                <a:ext cx="1885306" cy="454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</a:rPr>
                  <a:t>Server (Backend)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84329631-2388-8F92-5431-B1FC9F750989}"/>
                </a:ext>
              </a:extLst>
            </p:cNvPr>
            <p:cNvGrpSpPr/>
            <p:nvPr/>
          </p:nvGrpSpPr>
          <p:grpSpPr>
            <a:xfrm>
              <a:off x="6236102" y="1561388"/>
              <a:ext cx="1102060" cy="1156301"/>
              <a:chOff x="10040272" y="5206081"/>
              <a:chExt cx="1241831" cy="1290048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822A12EB-C97F-7502-7E87-A0D83ED3E8E6}"/>
                  </a:ext>
                </a:extLst>
              </p:cNvPr>
              <p:cNvGrpSpPr/>
              <p:nvPr/>
            </p:nvGrpSpPr>
            <p:grpSpPr>
              <a:xfrm>
                <a:off x="10040272" y="5206081"/>
                <a:ext cx="1241831" cy="1290048"/>
                <a:chOff x="8185157" y="1089061"/>
                <a:chExt cx="1441728" cy="1410905"/>
              </a:xfrm>
            </p:grpSpPr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100B1574-7CFE-FB44-BE58-C459269421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lum bright="70000" contrast="-70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85157" y="1089061"/>
                  <a:ext cx="1441728" cy="1410905"/>
                </a:xfrm>
                <a:prstGeom prst="rect">
                  <a:avLst/>
                </a:prstGeom>
              </p:spPr>
            </p:pic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3520026-FCE2-08C1-411A-031B894FB7B7}"/>
                    </a:ext>
                  </a:extLst>
                </p:cNvPr>
                <p:cNvSpPr txBox="1"/>
                <p:nvPr/>
              </p:nvSpPr>
              <p:spPr>
                <a:xfrm>
                  <a:off x="8290942" y="1380387"/>
                  <a:ext cx="11952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</a:rPr>
                    <a:t>Code</a:t>
                  </a: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4C4D802F-05DD-247A-7507-8E93DEEC049B}"/>
                  </a:ext>
                </a:extLst>
              </p:cNvPr>
              <p:cNvGrpSpPr/>
              <p:nvPr/>
            </p:nvGrpSpPr>
            <p:grpSpPr>
              <a:xfrm>
                <a:off x="10411478" y="5803169"/>
                <a:ext cx="516949" cy="588937"/>
                <a:chOff x="4471133" y="5193554"/>
                <a:chExt cx="995851" cy="1027078"/>
              </a:xfrm>
            </p:grpSpPr>
            <p:pic>
              <p:nvPicPr>
                <p:cNvPr id="49" name="Graphic 48" descr="Back with solid fill">
                  <a:extLst>
                    <a:ext uri="{FF2B5EF4-FFF2-40B4-BE49-F238E27FC236}">
                      <a16:creationId xmlns:a16="http://schemas.microsoft.com/office/drawing/2014/main" id="{B246750A-AB80-DAA2-3A08-1ECBE01690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8625303">
                  <a:off x="4471133" y="5193554"/>
                  <a:ext cx="731520" cy="731520"/>
                </a:xfrm>
                <a:prstGeom prst="rect">
                  <a:avLst/>
                </a:prstGeom>
              </p:spPr>
            </p:pic>
            <p:pic>
              <p:nvPicPr>
                <p:cNvPr id="51" name="Graphic 50" descr="Back with solid fill">
                  <a:extLst>
                    <a:ext uri="{FF2B5EF4-FFF2-40B4-BE49-F238E27FC236}">
                      <a16:creationId xmlns:a16="http://schemas.microsoft.com/office/drawing/2014/main" id="{EF734B03-264B-365F-7553-690D86A5B8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8432966" flipV="1">
                  <a:off x="4735464" y="5489112"/>
                  <a:ext cx="731520" cy="7315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2980C63-A251-4AB0-F816-7C64C9ECFBEE}"/>
              </a:ext>
            </a:extLst>
          </p:cNvPr>
          <p:cNvGrpSpPr/>
          <p:nvPr/>
        </p:nvGrpSpPr>
        <p:grpSpPr>
          <a:xfrm rot="18978391">
            <a:off x="2667563" y="2354714"/>
            <a:ext cx="1817588" cy="669903"/>
            <a:chOff x="3361265" y="5313869"/>
            <a:chExt cx="2039534" cy="802557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412EF24-84A7-C007-C646-8B7389280AB6}"/>
                </a:ext>
              </a:extLst>
            </p:cNvPr>
            <p:cNvCxnSpPr/>
            <p:nvPr/>
          </p:nvCxnSpPr>
          <p:spPr>
            <a:xfrm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44F550B-525C-D363-7DEC-74D135C8BF3D}"/>
                </a:ext>
              </a:extLst>
            </p:cNvPr>
            <p:cNvSpPr txBox="1"/>
            <p:nvPr/>
          </p:nvSpPr>
          <p:spPr>
            <a:xfrm>
              <a:off x="3794811" y="5747094"/>
              <a:ext cx="1114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 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BB10487-BBA7-0FDD-C338-994A1731DBAB}"/>
                </a:ext>
              </a:extLst>
            </p:cNvPr>
            <p:cNvSpPr txBox="1"/>
            <p:nvPr/>
          </p:nvSpPr>
          <p:spPr>
            <a:xfrm>
              <a:off x="3361265" y="5313869"/>
              <a:ext cx="2039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www.facebook.com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9451E77-F672-8E9D-7F85-56AA603F2072}"/>
              </a:ext>
            </a:extLst>
          </p:cNvPr>
          <p:cNvGrpSpPr/>
          <p:nvPr/>
        </p:nvGrpSpPr>
        <p:grpSpPr>
          <a:xfrm rot="14888896">
            <a:off x="-115811" y="2331474"/>
            <a:ext cx="1767155" cy="1527119"/>
            <a:chOff x="3414367" y="4924036"/>
            <a:chExt cx="1767155" cy="167983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F5F1E79-3B25-83BF-E31F-39C63CBF2880}"/>
                </a:ext>
              </a:extLst>
            </p:cNvPr>
            <p:cNvGrpSpPr/>
            <p:nvPr/>
          </p:nvGrpSpPr>
          <p:grpSpPr>
            <a:xfrm>
              <a:off x="3567755" y="4924036"/>
              <a:ext cx="1369910" cy="1115219"/>
              <a:chOff x="8185158" y="1089062"/>
              <a:chExt cx="1441728" cy="1265495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5FB6020D-CFCE-C00E-425F-124DCF969D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8" y="1089062"/>
                <a:ext cx="1441728" cy="1265495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3649A98-CAEA-E681-EEF3-FD90FE297E46}"/>
                  </a:ext>
                </a:extLst>
              </p:cNvPr>
              <p:cNvSpPr txBox="1"/>
              <p:nvPr/>
            </p:nvSpPr>
            <p:spPr>
              <a:xfrm>
                <a:off x="8290942" y="1310436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HTML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FEF4BE3-9FF2-1C00-0E4A-6DEA080468E5}"/>
                  </a:ext>
                </a:extLst>
              </p:cNvPr>
              <p:cNvSpPr txBox="1"/>
              <p:nvPr/>
            </p:nvSpPr>
            <p:spPr>
              <a:xfrm>
                <a:off x="8268682" y="1578620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CSS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B931A1E-B445-D787-36C4-35FE3490AF29}"/>
                  </a:ext>
                </a:extLst>
              </p:cNvPr>
              <p:cNvSpPr txBox="1"/>
              <p:nvPr/>
            </p:nvSpPr>
            <p:spPr>
              <a:xfrm>
                <a:off x="8297796" y="1849571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JavaScript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01E4073-5BB4-9B68-DE02-0C5714E75C7D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F3C0F9A4-3053-3809-BB34-9903C7AF9D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9186043-574A-93E8-E226-24177FAB7813}"/>
                  </a:ext>
                </a:extLst>
              </p:cNvPr>
              <p:cNvSpPr txBox="1"/>
              <p:nvPr/>
            </p:nvSpPr>
            <p:spPr>
              <a:xfrm>
                <a:off x="3726202" y="5747094"/>
                <a:ext cx="1251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Response 2</a:t>
                </a:r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B7665CB-F4A9-9746-72DD-3173D24FC334}"/>
              </a:ext>
            </a:extLst>
          </p:cNvPr>
          <p:cNvGrpSpPr/>
          <p:nvPr/>
        </p:nvGrpSpPr>
        <p:grpSpPr>
          <a:xfrm rot="19010235">
            <a:off x="2337382" y="1863560"/>
            <a:ext cx="1460459" cy="663270"/>
            <a:chOff x="3534310" y="5313869"/>
            <a:chExt cx="1767155" cy="802557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231FE11A-BC6A-A0C2-AC55-B358C8254E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634A5F6-C641-681C-785A-D891EC4F51DD}"/>
                </a:ext>
              </a:extLst>
            </p:cNvPr>
            <p:cNvSpPr txBox="1"/>
            <p:nvPr/>
          </p:nvSpPr>
          <p:spPr>
            <a:xfrm>
              <a:off x="3726202" y="5747094"/>
              <a:ext cx="125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Response 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9F52ADC-643E-905B-92DE-BA1AE2F5A5BE}"/>
                </a:ext>
              </a:extLst>
            </p:cNvPr>
            <p:cNvSpPr txBox="1"/>
            <p:nvPr/>
          </p:nvSpPr>
          <p:spPr>
            <a:xfrm>
              <a:off x="3558532" y="5313869"/>
              <a:ext cx="1645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157.240.241.35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37F7D27-E97B-82FC-1873-B8207E7C8F27}"/>
              </a:ext>
            </a:extLst>
          </p:cNvPr>
          <p:cNvGrpSpPr/>
          <p:nvPr/>
        </p:nvGrpSpPr>
        <p:grpSpPr>
          <a:xfrm rot="14842365">
            <a:off x="1185767" y="2483234"/>
            <a:ext cx="1327690" cy="663270"/>
            <a:chOff x="3534310" y="5313869"/>
            <a:chExt cx="1767155" cy="802557"/>
          </a:xfrm>
        </p:grpSpPr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7572E56B-A886-31CD-0607-344AD4A61DE1}"/>
                </a:ext>
              </a:extLst>
            </p:cNvPr>
            <p:cNvCxnSpPr/>
            <p:nvPr/>
          </p:nvCxnSpPr>
          <p:spPr>
            <a:xfrm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3DF93D3-15B6-CCE6-4141-67D6F57F39CD}"/>
                </a:ext>
              </a:extLst>
            </p:cNvPr>
            <p:cNvSpPr txBox="1"/>
            <p:nvPr/>
          </p:nvSpPr>
          <p:spPr>
            <a:xfrm>
              <a:off x="3794810" y="5747094"/>
              <a:ext cx="1114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 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82CE512-FFF3-AA07-9721-1329F4C5FD50}"/>
                </a:ext>
              </a:extLst>
            </p:cNvPr>
            <p:cNvSpPr txBox="1"/>
            <p:nvPr/>
          </p:nvSpPr>
          <p:spPr>
            <a:xfrm>
              <a:off x="3558532" y="5313869"/>
              <a:ext cx="1645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157.240.241.35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220E96A-2E3C-ED29-E909-5E61B6B6D7AA}"/>
              </a:ext>
            </a:extLst>
          </p:cNvPr>
          <p:cNvGrpSpPr/>
          <p:nvPr/>
        </p:nvGrpSpPr>
        <p:grpSpPr>
          <a:xfrm flipV="1">
            <a:off x="4080463" y="4847890"/>
            <a:ext cx="1767155" cy="1572300"/>
            <a:chOff x="3414367" y="5031567"/>
            <a:chExt cx="1767155" cy="157230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11F23EDA-75EE-9DAB-EC95-40DE954681F8}"/>
                </a:ext>
              </a:extLst>
            </p:cNvPr>
            <p:cNvGrpSpPr/>
            <p:nvPr/>
          </p:nvGrpSpPr>
          <p:grpSpPr>
            <a:xfrm>
              <a:off x="3607117" y="5031567"/>
              <a:ext cx="1330550" cy="1135830"/>
              <a:chOff x="8226580" y="1211083"/>
              <a:chExt cx="1400304" cy="1288883"/>
            </a:xfrm>
          </p:grpSpPr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B5945564-CD58-5828-3453-297E6E80F7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V="1">
                <a:off x="8226580" y="1211083"/>
                <a:ext cx="1400304" cy="1288883"/>
              </a:xfrm>
              <a:prstGeom prst="rect">
                <a:avLst/>
              </a:prstGeom>
            </p:spPr>
          </p:pic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B18726F-EF4C-A8CF-930E-1B30277A0804}"/>
                  </a:ext>
                </a:extLst>
              </p:cNvPr>
              <p:cNvSpPr txBox="1"/>
              <p:nvPr/>
            </p:nvSpPr>
            <p:spPr>
              <a:xfrm flipV="1">
                <a:off x="8290942" y="1485311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Email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05879695-A252-EC54-DFD6-E6126BB66B06}"/>
                  </a:ext>
                </a:extLst>
              </p:cNvPr>
              <p:cNvSpPr txBox="1"/>
              <p:nvPr/>
            </p:nvSpPr>
            <p:spPr>
              <a:xfrm flipV="1">
                <a:off x="8330234" y="1791277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Password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9EEDEE8F-062F-5A1F-5A8F-14FDF8BC9CEE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D90CBAB1-8BD8-C778-8059-5CDA77B278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E44FC83-8234-8149-CB6D-C5A9674AE360}"/>
                  </a:ext>
                </a:extLst>
              </p:cNvPr>
              <p:cNvSpPr txBox="1"/>
              <p:nvPr/>
            </p:nvSpPr>
            <p:spPr>
              <a:xfrm flipV="1">
                <a:off x="3794810" y="5747094"/>
                <a:ext cx="1114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Request 3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66B01F1-0B3A-C462-0577-0B5004DD356E}"/>
              </a:ext>
            </a:extLst>
          </p:cNvPr>
          <p:cNvGrpSpPr/>
          <p:nvPr/>
        </p:nvGrpSpPr>
        <p:grpSpPr>
          <a:xfrm>
            <a:off x="1842846" y="3659277"/>
            <a:ext cx="1766676" cy="2125925"/>
            <a:chOff x="1842846" y="3659277"/>
            <a:chExt cx="1766676" cy="212592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84FFF9A-9024-2474-6397-34D963549A50}"/>
                </a:ext>
              </a:extLst>
            </p:cNvPr>
            <p:cNvGrpSpPr/>
            <p:nvPr/>
          </p:nvGrpSpPr>
          <p:grpSpPr>
            <a:xfrm>
              <a:off x="1842846" y="3659277"/>
              <a:ext cx="1766676" cy="2125925"/>
              <a:chOff x="353101" y="4244900"/>
              <a:chExt cx="1766676" cy="2125925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09C87472-1BD8-AF7D-4D40-F3124FF0ECBF}"/>
                  </a:ext>
                </a:extLst>
              </p:cNvPr>
              <p:cNvGrpSpPr/>
              <p:nvPr/>
            </p:nvGrpSpPr>
            <p:grpSpPr>
              <a:xfrm>
                <a:off x="353101" y="4244900"/>
                <a:ext cx="1766676" cy="2125925"/>
                <a:chOff x="384120" y="3489959"/>
                <a:chExt cx="2180976" cy="2665918"/>
              </a:xfrm>
            </p:grpSpPr>
            <p:pic>
              <p:nvPicPr>
                <p:cNvPr id="33" name="Picture 32">
                  <a:extLst>
                    <a:ext uri="{FF2B5EF4-FFF2-40B4-BE49-F238E27FC236}">
                      <a16:creationId xmlns:a16="http://schemas.microsoft.com/office/drawing/2014/main" id="{21F26A91-D941-AB5A-1222-9C282B5B73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120" y="3489959"/>
                  <a:ext cx="2180976" cy="2180976"/>
                </a:xfrm>
                <a:prstGeom prst="rect">
                  <a:avLst/>
                </a:prstGeom>
              </p:spPr>
            </p:pic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D38BB2C-6BB3-8651-7B43-44EC819CA978}"/>
                    </a:ext>
                  </a:extLst>
                </p:cNvPr>
                <p:cNvSpPr txBox="1"/>
                <p:nvPr/>
              </p:nvSpPr>
              <p:spPr>
                <a:xfrm>
                  <a:off x="430518" y="5712031"/>
                  <a:ext cx="2134577" cy="443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700" b="1" dirty="0">
                      <a:solidFill>
                        <a:schemeClr val="bg1"/>
                      </a:solidFill>
                    </a:rPr>
                    <a:t>Client (Frontend)</a:t>
                  </a:r>
                </a:p>
              </p:txBody>
            </p: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A14AB1-3D18-2E29-3FC2-46664F1E7AC0}"/>
                  </a:ext>
                </a:extLst>
              </p:cNvPr>
              <p:cNvSpPr txBox="1"/>
              <p:nvPr/>
            </p:nvSpPr>
            <p:spPr>
              <a:xfrm>
                <a:off x="636421" y="5295306"/>
                <a:ext cx="1114216" cy="29968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0000"/>
                    </a:solidFill>
                  </a:rPr>
                  <a:t>Browser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4F1FEB7-68B4-5097-C01F-C05A06AE648C}"/>
                </a:ext>
              </a:extLst>
            </p:cNvPr>
            <p:cNvGrpSpPr/>
            <p:nvPr/>
          </p:nvGrpSpPr>
          <p:grpSpPr>
            <a:xfrm>
              <a:off x="2188434" y="3776616"/>
              <a:ext cx="1113081" cy="995978"/>
              <a:chOff x="8185157" y="1089061"/>
              <a:chExt cx="1441728" cy="1410905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2D8EA94D-2623-F22B-B738-EA6CFFB369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7" y="1089061"/>
                <a:ext cx="1441728" cy="1410905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4BC0E6-6704-17E2-1B65-134F7B089C3D}"/>
                  </a:ext>
                </a:extLst>
              </p:cNvPr>
              <p:cNvSpPr txBox="1"/>
              <p:nvPr/>
            </p:nvSpPr>
            <p:spPr>
              <a:xfrm>
                <a:off x="8290942" y="1380387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HTML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DC98AD-3990-232E-BDF1-DEBCFC78B7E4}"/>
                  </a:ext>
                </a:extLst>
              </p:cNvPr>
              <p:cNvSpPr txBox="1"/>
              <p:nvPr/>
            </p:nvSpPr>
            <p:spPr>
              <a:xfrm>
                <a:off x="8268682" y="1625253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CSS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81358C9-5EF6-C7E8-8D31-D1F5F52FCC7A}"/>
                  </a:ext>
                </a:extLst>
              </p:cNvPr>
              <p:cNvSpPr txBox="1"/>
              <p:nvPr/>
            </p:nvSpPr>
            <p:spPr>
              <a:xfrm>
                <a:off x="8297796" y="1849571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JavaScript</a:t>
                </a: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7E5B98D-A83D-E6CC-693F-2F85A9EEC91F}"/>
              </a:ext>
            </a:extLst>
          </p:cNvPr>
          <p:cNvGrpSpPr/>
          <p:nvPr/>
        </p:nvGrpSpPr>
        <p:grpSpPr>
          <a:xfrm>
            <a:off x="6503539" y="369869"/>
            <a:ext cx="5250096" cy="1826649"/>
            <a:chOff x="6431621" y="3369919"/>
            <a:chExt cx="5250096" cy="182664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FE51F9D-9ED1-1B97-7EF3-159C5E9A063B}"/>
                </a:ext>
              </a:extLst>
            </p:cNvPr>
            <p:cNvSpPr txBox="1"/>
            <p:nvPr/>
          </p:nvSpPr>
          <p:spPr>
            <a:xfrm>
              <a:off x="6431621" y="3719240"/>
              <a:ext cx="525009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To login to Facebook, you type your email and password.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Your browser sends the data to Facebook backend server (e.g. </a:t>
              </a:r>
              <a:r>
                <a:rPr lang="en-US" dirty="0">
                  <a:solidFill>
                    <a:schemeClr val="bg1"/>
                  </a:solidFill>
                  <a:hlinkClick r:id="rId9"/>
                </a:rPr>
                <a:t>www.facebook.com/api</a:t>
              </a:r>
              <a:r>
                <a:rPr lang="en-US" dirty="0">
                  <a:solidFill>
                    <a:schemeClr val="bg1"/>
                  </a:solidFill>
                </a:rPr>
                <a:t>) – the domain is already resolved to its IP address.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D07390C-B77A-9E0C-25A5-0328E998A645}"/>
                </a:ext>
              </a:extLst>
            </p:cNvPr>
            <p:cNvSpPr txBox="1"/>
            <p:nvPr/>
          </p:nvSpPr>
          <p:spPr>
            <a:xfrm>
              <a:off x="6462447" y="3369919"/>
              <a:ext cx="14281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/>
                  </a:solidFill>
                </a:rPr>
                <a:t>Phase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5752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A75DD4-8DC2-930C-EEA9-FD601EA70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DF350256-F6D2-A627-69C7-0BEFF6C8AA4D}"/>
              </a:ext>
            </a:extLst>
          </p:cNvPr>
          <p:cNvGrpSpPr/>
          <p:nvPr/>
        </p:nvGrpSpPr>
        <p:grpSpPr>
          <a:xfrm>
            <a:off x="10316309" y="3791150"/>
            <a:ext cx="1622268" cy="1998358"/>
            <a:chOff x="9568155" y="2445771"/>
            <a:chExt cx="2144394" cy="246774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8822AED-4C54-D9AC-5D07-87BA6E087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8155" y="2445771"/>
              <a:ext cx="2074702" cy="207470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D5BC001-C170-310F-1A89-699ECEEDE032}"/>
                </a:ext>
              </a:extLst>
            </p:cNvPr>
            <p:cNvSpPr txBox="1"/>
            <p:nvPr/>
          </p:nvSpPr>
          <p:spPr>
            <a:xfrm>
              <a:off x="9827243" y="4570564"/>
              <a:ext cx="1885306" cy="342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Database (Data)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9FB15D8-5DC1-CF39-5D3F-97C80B451089}"/>
              </a:ext>
            </a:extLst>
          </p:cNvPr>
          <p:cNvGrpSpPr/>
          <p:nvPr/>
        </p:nvGrpSpPr>
        <p:grpSpPr>
          <a:xfrm>
            <a:off x="3784050" y="11597"/>
            <a:ext cx="1210443" cy="1790267"/>
            <a:chOff x="5219731" y="748042"/>
            <a:chExt cx="1965729" cy="366984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6685130-3940-A54E-4AF0-E897E63F2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1520603"/>
              <a:ext cx="1965729" cy="289728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E825B62-8A83-CE05-7BA7-1220A4FBBC63}"/>
                </a:ext>
              </a:extLst>
            </p:cNvPr>
            <p:cNvSpPr txBox="1"/>
            <p:nvPr/>
          </p:nvSpPr>
          <p:spPr>
            <a:xfrm>
              <a:off x="5291649" y="748042"/>
              <a:ext cx="1885306" cy="412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DNS Server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FF695B-8D56-09DE-D6BE-C40C5C072A99}"/>
              </a:ext>
            </a:extLst>
          </p:cNvPr>
          <p:cNvGrpSpPr/>
          <p:nvPr/>
        </p:nvGrpSpPr>
        <p:grpSpPr>
          <a:xfrm>
            <a:off x="472296" y="0"/>
            <a:ext cx="1546008" cy="2049580"/>
            <a:chOff x="5211226" y="1810983"/>
            <a:chExt cx="1974234" cy="260690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1A8522A-488A-1039-D11F-1A0F1FE76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2246252"/>
              <a:ext cx="1965729" cy="217163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677F1AA-F975-11DE-9D33-173506AAE713}"/>
                </a:ext>
              </a:extLst>
            </p:cNvPr>
            <p:cNvSpPr txBox="1"/>
            <p:nvPr/>
          </p:nvSpPr>
          <p:spPr>
            <a:xfrm>
              <a:off x="5211226" y="1810983"/>
              <a:ext cx="1965729" cy="435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bg1"/>
                  </a:solidFill>
                </a:rPr>
                <a:t>Frontend Server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046FFD5-C9F7-3EDD-9CB6-B263769A8D43}"/>
              </a:ext>
            </a:extLst>
          </p:cNvPr>
          <p:cNvGrpSpPr/>
          <p:nvPr/>
        </p:nvGrpSpPr>
        <p:grpSpPr>
          <a:xfrm>
            <a:off x="6174764" y="2722364"/>
            <a:ext cx="1934858" cy="3395782"/>
            <a:chOff x="5969284" y="1561388"/>
            <a:chExt cx="1934858" cy="339578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4333AF1-3E67-9FB8-4CB8-87837A01D766}"/>
                </a:ext>
              </a:extLst>
            </p:cNvPr>
            <p:cNvGrpSpPr/>
            <p:nvPr/>
          </p:nvGrpSpPr>
          <p:grpSpPr>
            <a:xfrm>
              <a:off x="5969284" y="2712897"/>
              <a:ext cx="1934858" cy="2244273"/>
              <a:chOff x="5219731" y="1898151"/>
              <a:chExt cx="1965729" cy="301129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D8878FBB-4746-7DF4-F197-C86CD01DDA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19731" y="1898151"/>
                <a:ext cx="1965729" cy="2519737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991D66-E3F1-15CC-5392-00D203AC711F}"/>
                  </a:ext>
                </a:extLst>
              </p:cNvPr>
              <p:cNvSpPr txBox="1"/>
              <p:nvPr/>
            </p:nvSpPr>
            <p:spPr>
              <a:xfrm>
                <a:off x="5291649" y="4455187"/>
                <a:ext cx="1885306" cy="454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</a:rPr>
                  <a:t>Server (Backend)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8B62CB8F-F855-BECD-E1F8-C50A4AC96703}"/>
                </a:ext>
              </a:extLst>
            </p:cNvPr>
            <p:cNvGrpSpPr/>
            <p:nvPr/>
          </p:nvGrpSpPr>
          <p:grpSpPr>
            <a:xfrm>
              <a:off x="6236102" y="1561388"/>
              <a:ext cx="1102060" cy="1156301"/>
              <a:chOff x="10040272" y="5206081"/>
              <a:chExt cx="1241831" cy="1290048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63395C86-CFDD-5923-777E-B9E0329C6E11}"/>
                  </a:ext>
                </a:extLst>
              </p:cNvPr>
              <p:cNvGrpSpPr/>
              <p:nvPr/>
            </p:nvGrpSpPr>
            <p:grpSpPr>
              <a:xfrm>
                <a:off x="10040272" y="5206081"/>
                <a:ext cx="1241831" cy="1290048"/>
                <a:chOff x="8185157" y="1089061"/>
                <a:chExt cx="1441728" cy="1410905"/>
              </a:xfrm>
            </p:grpSpPr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8764DC11-E8F7-A69E-8D3A-89981CA210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lum bright="70000" contrast="-70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85157" y="1089061"/>
                  <a:ext cx="1441728" cy="1410905"/>
                </a:xfrm>
                <a:prstGeom prst="rect">
                  <a:avLst/>
                </a:prstGeom>
              </p:spPr>
            </p:pic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6F10CB01-2865-7A3E-466F-DA74A50F186A}"/>
                    </a:ext>
                  </a:extLst>
                </p:cNvPr>
                <p:cNvSpPr txBox="1"/>
                <p:nvPr/>
              </p:nvSpPr>
              <p:spPr>
                <a:xfrm>
                  <a:off x="8290942" y="1380387"/>
                  <a:ext cx="11952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</a:rPr>
                    <a:t>Code</a:t>
                  </a: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2367E2AC-9181-EC10-D4C1-203F88B351F0}"/>
                  </a:ext>
                </a:extLst>
              </p:cNvPr>
              <p:cNvGrpSpPr/>
              <p:nvPr/>
            </p:nvGrpSpPr>
            <p:grpSpPr>
              <a:xfrm>
                <a:off x="10411478" y="5803169"/>
                <a:ext cx="516949" cy="588937"/>
                <a:chOff x="4471133" y="5193554"/>
                <a:chExt cx="995851" cy="1027078"/>
              </a:xfrm>
            </p:grpSpPr>
            <p:pic>
              <p:nvPicPr>
                <p:cNvPr id="49" name="Graphic 48" descr="Back with solid fill">
                  <a:extLst>
                    <a:ext uri="{FF2B5EF4-FFF2-40B4-BE49-F238E27FC236}">
                      <a16:creationId xmlns:a16="http://schemas.microsoft.com/office/drawing/2014/main" id="{42684205-7625-D6EF-FA10-C66409A277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 rot="18625303">
                  <a:off x="4471133" y="5193554"/>
                  <a:ext cx="731520" cy="731520"/>
                </a:xfrm>
                <a:prstGeom prst="rect">
                  <a:avLst/>
                </a:prstGeom>
              </p:spPr>
            </p:pic>
            <p:pic>
              <p:nvPicPr>
                <p:cNvPr id="51" name="Graphic 50" descr="Back with solid fill">
                  <a:extLst>
                    <a:ext uri="{FF2B5EF4-FFF2-40B4-BE49-F238E27FC236}">
                      <a16:creationId xmlns:a16="http://schemas.microsoft.com/office/drawing/2014/main" id="{578F5691-D4E5-5D8F-D67E-44D1719869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 rot="18432966" flipV="1">
                  <a:off x="4735464" y="5489112"/>
                  <a:ext cx="731520" cy="7315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AE5D831-3700-6B8B-1005-F795910D22BE}"/>
              </a:ext>
            </a:extLst>
          </p:cNvPr>
          <p:cNvGrpSpPr/>
          <p:nvPr/>
        </p:nvGrpSpPr>
        <p:grpSpPr>
          <a:xfrm rot="18978391">
            <a:off x="2667563" y="2354714"/>
            <a:ext cx="1817588" cy="669903"/>
            <a:chOff x="3361265" y="5313869"/>
            <a:chExt cx="2039534" cy="802557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14799E3-1432-B582-8DCD-636F8B8D7E25}"/>
                </a:ext>
              </a:extLst>
            </p:cNvPr>
            <p:cNvCxnSpPr/>
            <p:nvPr/>
          </p:nvCxnSpPr>
          <p:spPr>
            <a:xfrm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B46E464-13C2-EAF2-5A09-A6DD2E590094}"/>
                </a:ext>
              </a:extLst>
            </p:cNvPr>
            <p:cNvSpPr txBox="1"/>
            <p:nvPr/>
          </p:nvSpPr>
          <p:spPr>
            <a:xfrm>
              <a:off x="3794811" y="5747094"/>
              <a:ext cx="1114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 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BA4728A-9BA0-080F-3EF6-8AAE49F7487A}"/>
                </a:ext>
              </a:extLst>
            </p:cNvPr>
            <p:cNvSpPr txBox="1"/>
            <p:nvPr/>
          </p:nvSpPr>
          <p:spPr>
            <a:xfrm>
              <a:off x="3361265" y="5313869"/>
              <a:ext cx="2039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www.facebook.com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FA3E1B1-97DA-0043-A6C6-52FF694849C3}"/>
              </a:ext>
            </a:extLst>
          </p:cNvPr>
          <p:cNvGrpSpPr/>
          <p:nvPr/>
        </p:nvGrpSpPr>
        <p:grpSpPr>
          <a:xfrm rot="14888896">
            <a:off x="-115811" y="2331474"/>
            <a:ext cx="1767155" cy="1527119"/>
            <a:chOff x="3414367" y="4924036"/>
            <a:chExt cx="1767155" cy="167983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D32A429-9D1A-B6D3-35A3-4E9A9C11456D}"/>
                </a:ext>
              </a:extLst>
            </p:cNvPr>
            <p:cNvGrpSpPr/>
            <p:nvPr/>
          </p:nvGrpSpPr>
          <p:grpSpPr>
            <a:xfrm>
              <a:off x="3567755" y="4924036"/>
              <a:ext cx="1369910" cy="1115219"/>
              <a:chOff x="8185158" y="1089062"/>
              <a:chExt cx="1441728" cy="1265495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EBD01D21-39A6-4F65-8EC9-6E8DB940FB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8" y="1089062"/>
                <a:ext cx="1441728" cy="1265495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044997-F24B-8F4E-3CF5-00EA4CC8A13B}"/>
                  </a:ext>
                </a:extLst>
              </p:cNvPr>
              <p:cNvSpPr txBox="1"/>
              <p:nvPr/>
            </p:nvSpPr>
            <p:spPr>
              <a:xfrm>
                <a:off x="8290942" y="1310436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HTML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6425E76-5806-C20D-EF82-EF5BAB4DD363}"/>
                  </a:ext>
                </a:extLst>
              </p:cNvPr>
              <p:cNvSpPr txBox="1"/>
              <p:nvPr/>
            </p:nvSpPr>
            <p:spPr>
              <a:xfrm>
                <a:off x="8268682" y="1578620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CSS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3AE4E50-AF6D-EEC5-7828-080ED0EC5817}"/>
                  </a:ext>
                </a:extLst>
              </p:cNvPr>
              <p:cNvSpPr txBox="1"/>
              <p:nvPr/>
            </p:nvSpPr>
            <p:spPr>
              <a:xfrm>
                <a:off x="8297796" y="1849571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JavaScript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77753B7-0689-4119-A559-83EA62C026FB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3BEB16BE-8AE6-C32B-FC9A-00DEFCDD90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2CD7A10-E8FF-7C0C-6FC2-F1E53BBB6F21}"/>
                  </a:ext>
                </a:extLst>
              </p:cNvPr>
              <p:cNvSpPr txBox="1"/>
              <p:nvPr/>
            </p:nvSpPr>
            <p:spPr>
              <a:xfrm>
                <a:off x="3726202" y="5747094"/>
                <a:ext cx="1251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Response 2</a:t>
                </a:r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7D7CCA8-CD5E-7B79-130E-7DC442D95CF4}"/>
              </a:ext>
            </a:extLst>
          </p:cNvPr>
          <p:cNvGrpSpPr/>
          <p:nvPr/>
        </p:nvGrpSpPr>
        <p:grpSpPr>
          <a:xfrm rot="19010235">
            <a:off x="2337382" y="1863560"/>
            <a:ext cx="1460459" cy="663270"/>
            <a:chOff x="3534310" y="5313869"/>
            <a:chExt cx="1767155" cy="802557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340BE544-55A3-B260-5F95-37113EC38E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75CEF3E-B7B7-0F32-E217-FEFDF83C90F3}"/>
                </a:ext>
              </a:extLst>
            </p:cNvPr>
            <p:cNvSpPr txBox="1"/>
            <p:nvPr/>
          </p:nvSpPr>
          <p:spPr>
            <a:xfrm>
              <a:off x="3726202" y="5747094"/>
              <a:ext cx="125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Response 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EFF3DFE-D2B4-3232-AA18-72C0C710FEE4}"/>
                </a:ext>
              </a:extLst>
            </p:cNvPr>
            <p:cNvSpPr txBox="1"/>
            <p:nvPr/>
          </p:nvSpPr>
          <p:spPr>
            <a:xfrm>
              <a:off x="3558532" y="5313869"/>
              <a:ext cx="1645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157.240.241.35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8F0E969-C919-4565-29D5-E79A044B295B}"/>
              </a:ext>
            </a:extLst>
          </p:cNvPr>
          <p:cNvGrpSpPr/>
          <p:nvPr/>
        </p:nvGrpSpPr>
        <p:grpSpPr>
          <a:xfrm rot="14842365">
            <a:off x="1185767" y="2483234"/>
            <a:ext cx="1327690" cy="663270"/>
            <a:chOff x="3534310" y="5313869"/>
            <a:chExt cx="1767155" cy="802557"/>
          </a:xfrm>
        </p:grpSpPr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542BD987-308C-6789-CA7B-DB9B67769944}"/>
                </a:ext>
              </a:extLst>
            </p:cNvPr>
            <p:cNvCxnSpPr/>
            <p:nvPr/>
          </p:nvCxnSpPr>
          <p:spPr>
            <a:xfrm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652A59C-1B12-3803-D7C3-37197FDF0BEC}"/>
                </a:ext>
              </a:extLst>
            </p:cNvPr>
            <p:cNvSpPr txBox="1"/>
            <p:nvPr/>
          </p:nvSpPr>
          <p:spPr>
            <a:xfrm>
              <a:off x="3794810" y="5747094"/>
              <a:ext cx="1114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 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A2F4C3E-7BA6-48EF-97B2-C8BCBA5E821E}"/>
                </a:ext>
              </a:extLst>
            </p:cNvPr>
            <p:cNvSpPr txBox="1"/>
            <p:nvPr/>
          </p:nvSpPr>
          <p:spPr>
            <a:xfrm>
              <a:off x="3558532" y="5313869"/>
              <a:ext cx="1645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157.240.241.35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B33FE07-5896-BF7B-1BFD-92D87030C0AC}"/>
              </a:ext>
            </a:extLst>
          </p:cNvPr>
          <p:cNvGrpSpPr/>
          <p:nvPr/>
        </p:nvGrpSpPr>
        <p:grpSpPr>
          <a:xfrm flipV="1">
            <a:off x="4080463" y="4847890"/>
            <a:ext cx="1767155" cy="1572300"/>
            <a:chOff x="3414367" y="5031567"/>
            <a:chExt cx="1767155" cy="157230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30628CE9-8850-DB7C-87EB-3F9B0EDD898E}"/>
                </a:ext>
              </a:extLst>
            </p:cNvPr>
            <p:cNvGrpSpPr/>
            <p:nvPr/>
          </p:nvGrpSpPr>
          <p:grpSpPr>
            <a:xfrm>
              <a:off x="3607117" y="5031567"/>
              <a:ext cx="1330550" cy="1135830"/>
              <a:chOff x="8226580" y="1211083"/>
              <a:chExt cx="1400304" cy="1288883"/>
            </a:xfrm>
          </p:grpSpPr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B200B911-229A-0F13-EA8B-6718F5437C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V="1">
                <a:off x="8226580" y="1211083"/>
                <a:ext cx="1400304" cy="1288883"/>
              </a:xfrm>
              <a:prstGeom prst="rect">
                <a:avLst/>
              </a:prstGeom>
            </p:spPr>
          </p:pic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16E5AF9A-0546-DAEC-BA55-6DEDEB30BA2E}"/>
                  </a:ext>
                </a:extLst>
              </p:cNvPr>
              <p:cNvSpPr txBox="1"/>
              <p:nvPr/>
            </p:nvSpPr>
            <p:spPr>
              <a:xfrm flipV="1">
                <a:off x="8290942" y="1485311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Email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80428F7-7820-50D0-0694-9893DDA558A3}"/>
                  </a:ext>
                </a:extLst>
              </p:cNvPr>
              <p:cNvSpPr txBox="1"/>
              <p:nvPr/>
            </p:nvSpPr>
            <p:spPr>
              <a:xfrm flipV="1">
                <a:off x="8330234" y="1791277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Password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3462B1AD-1309-529D-EA17-530158D38462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91771CAA-E334-2F85-C031-41C4358B40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A68C312-AA4C-B292-8813-B3E237B52E27}"/>
                  </a:ext>
                </a:extLst>
              </p:cNvPr>
              <p:cNvSpPr txBox="1"/>
              <p:nvPr/>
            </p:nvSpPr>
            <p:spPr>
              <a:xfrm flipV="1">
                <a:off x="3794810" y="5747094"/>
                <a:ext cx="1114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Request 3</a:t>
                </a:r>
              </a:p>
            </p:txBody>
          </p: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0B81AD8-A6EA-FCE0-7150-8ED38D510E30}"/>
              </a:ext>
            </a:extLst>
          </p:cNvPr>
          <p:cNvGrpSpPr/>
          <p:nvPr/>
        </p:nvGrpSpPr>
        <p:grpSpPr>
          <a:xfrm flipV="1">
            <a:off x="8583423" y="4871876"/>
            <a:ext cx="1767155" cy="1572300"/>
            <a:chOff x="3414367" y="5031567"/>
            <a:chExt cx="1767155" cy="1572300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8778F153-9FE1-8776-10E6-00762F268F55}"/>
                </a:ext>
              </a:extLst>
            </p:cNvPr>
            <p:cNvGrpSpPr/>
            <p:nvPr/>
          </p:nvGrpSpPr>
          <p:grpSpPr>
            <a:xfrm>
              <a:off x="3607117" y="5031567"/>
              <a:ext cx="1330550" cy="1135830"/>
              <a:chOff x="8226580" y="1211083"/>
              <a:chExt cx="1400304" cy="1288883"/>
            </a:xfrm>
          </p:grpSpPr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6EC79BED-AD03-BF35-8000-CD5CE65A41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V="1">
                <a:off x="8226580" y="1211083"/>
                <a:ext cx="1400304" cy="1288883"/>
              </a:xfrm>
              <a:prstGeom prst="rect">
                <a:avLst/>
              </a:prstGeom>
            </p:spPr>
          </p:pic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0895362-1D0A-A940-712F-5B00762AE0B7}"/>
                  </a:ext>
                </a:extLst>
              </p:cNvPr>
              <p:cNvSpPr txBox="1"/>
              <p:nvPr/>
            </p:nvSpPr>
            <p:spPr>
              <a:xfrm flipV="1">
                <a:off x="8290942" y="1485311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Email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A129D3E-D7A8-30D6-2020-4198AA91F215}"/>
                  </a:ext>
                </a:extLst>
              </p:cNvPr>
              <p:cNvSpPr txBox="1"/>
              <p:nvPr/>
            </p:nvSpPr>
            <p:spPr>
              <a:xfrm flipV="1">
                <a:off x="8330234" y="1791277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Password</a:t>
                </a: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297EAA2C-F6B1-4F92-EBA8-7C91EBA55DA5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505533D9-AC4F-D9D1-C419-E6ADD654E2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CA90DC3-0561-712D-9375-73EABB644781}"/>
                  </a:ext>
                </a:extLst>
              </p:cNvPr>
              <p:cNvSpPr txBox="1"/>
              <p:nvPr/>
            </p:nvSpPr>
            <p:spPr>
              <a:xfrm flipV="1">
                <a:off x="3794810" y="5747094"/>
                <a:ext cx="1114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Request 4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F98A42E-E69F-07D0-EB38-62C1FCDD0DE0}"/>
              </a:ext>
            </a:extLst>
          </p:cNvPr>
          <p:cNvGrpSpPr/>
          <p:nvPr/>
        </p:nvGrpSpPr>
        <p:grpSpPr>
          <a:xfrm>
            <a:off x="1842846" y="3659277"/>
            <a:ext cx="1766676" cy="2125925"/>
            <a:chOff x="1842846" y="3659277"/>
            <a:chExt cx="1766676" cy="212592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D68B1D5-B061-4F67-B51D-C15A48187C64}"/>
                </a:ext>
              </a:extLst>
            </p:cNvPr>
            <p:cNvGrpSpPr/>
            <p:nvPr/>
          </p:nvGrpSpPr>
          <p:grpSpPr>
            <a:xfrm>
              <a:off x="1842846" y="3659277"/>
              <a:ext cx="1766676" cy="2125925"/>
              <a:chOff x="353101" y="4244900"/>
              <a:chExt cx="1766676" cy="2125925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E46AD6F7-011D-328E-C130-4E38416AD3BC}"/>
                  </a:ext>
                </a:extLst>
              </p:cNvPr>
              <p:cNvGrpSpPr/>
              <p:nvPr/>
            </p:nvGrpSpPr>
            <p:grpSpPr>
              <a:xfrm>
                <a:off x="353101" y="4244900"/>
                <a:ext cx="1766676" cy="2125925"/>
                <a:chOff x="384120" y="3489959"/>
                <a:chExt cx="2180976" cy="2665918"/>
              </a:xfrm>
            </p:grpSpPr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CC03A537-86B3-53CE-CF80-1B5D0A79AE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120" y="3489959"/>
                  <a:ext cx="2180976" cy="2180976"/>
                </a:xfrm>
                <a:prstGeom prst="rect">
                  <a:avLst/>
                </a:prstGeom>
              </p:spPr>
            </p:pic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76202C6-BB13-F4F8-0C1D-F59767309D1B}"/>
                    </a:ext>
                  </a:extLst>
                </p:cNvPr>
                <p:cNvSpPr txBox="1"/>
                <p:nvPr/>
              </p:nvSpPr>
              <p:spPr>
                <a:xfrm>
                  <a:off x="430518" y="5712031"/>
                  <a:ext cx="2134577" cy="443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700" b="1" dirty="0">
                      <a:solidFill>
                        <a:schemeClr val="bg1"/>
                      </a:solidFill>
                    </a:rPr>
                    <a:t>Client (Frontend)</a:t>
                  </a:r>
                </a:p>
              </p:txBody>
            </p: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A7B3E6-9575-A421-CD67-4EC07B54AA27}"/>
                  </a:ext>
                </a:extLst>
              </p:cNvPr>
              <p:cNvSpPr txBox="1"/>
              <p:nvPr/>
            </p:nvSpPr>
            <p:spPr>
              <a:xfrm>
                <a:off x="636421" y="5295306"/>
                <a:ext cx="1114216" cy="29968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0000"/>
                    </a:solidFill>
                  </a:rPr>
                  <a:t>Browser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C5CBB97-76C1-AD88-6B14-1187F334BCCE}"/>
                </a:ext>
              </a:extLst>
            </p:cNvPr>
            <p:cNvGrpSpPr/>
            <p:nvPr/>
          </p:nvGrpSpPr>
          <p:grpSpPr>
            <a:xfrm>
              <a:off x="2188434" y="3776616"/>
              <a:ext cx="1113081" cy="995978"/>
              <a:chOff x="8185157" y="1089061"/>
              <a:chExt cx="1441728" cy="141090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429B3270-EF9E-91E5-7294-2C49E702E5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7" y="1089061"/>
                <a:ext cx="1441728" cy="1410905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7480407-B491-9A95-9917-19977423B5D8}"/>
                  </a:ext>
                </a:extLst>
              </p:cNvPr>
              <p:cNvSpPr txBox="1"/>
              <p:nvPr/>
            </p:nvSpPr>
            <p:spPr>
              <a:xfrm>
                <a:off x="8290942" y="1380387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HTML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834A921-B9C3-0C4A-A57D-46E6838FB7CE}"/>
                  </a:ext>
                </a:extLst>
              </p:cNvPr>
              <p:cNvSpPr txBox="1"/>
              <p:nvPr/>
            </p:nvSpPr>
            <p:spPr>
              <a:xfrm>
                <a:off x="8268682" y="1625253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CSS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59ACC62-6151-E690-51A8-F644812CEFA4}"/>
                  </a:ext>
                </a:extLst>
              </p:cNvPr>
              <p:cNvSpPr txBox="1"/>
              <p:nvPr/>
            </p:nvSpPr>
            <p:spPr>
              <a:xfrm>
                <a:off x="8297796" y="1849571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JavaScript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62104A-1ECE-B4F0-9481-84C2F354648B}"/>
              </a:ext>
            </a:extLst>
          </p:cNvPr>
          <p:cNvGrpSpPr/>
          <p:nvPr/>
        </p:nvGrpSpPr>
        <p:grpSpPr>
          <a:xfrm>
            <a:off x="6503539" y="369869"/>
            <a:ext cx="5250096" cy="1272651"/>
            <a:chOff x="6431621" y="3369919"/>
            <a:chExt cx="5250096" cy="127265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5C71C32-AD32-432A-3853-AC1DD759EA7B}"/>
                </a:ext>
              </a:extLst>
            </p:cNvPr>
            <p:cNvSpPr txBox="1"/>
            <p:nvPr/>
          </p:nvSpPr>
          <p:spPr>
            <a:xfrm>
              <a:off x="6431621" y="3719240"/>
              <a:ext cx="525009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The backend server processes the request.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It sends a request to the database to get the information on your profile.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F269FB5-7390-988E-36C5-5FDE72EA9E14}"/>
                </a:ext>
              </a:extLst>
            </p:cNvPr>
            <p:cNvSpPr txBox="1"/>
            <p:nvPr/>
          </p:nvSpPr>
          <p:spPr>
            <a:xfrm>
              <a:off x="6462447" y="3369919"/>
              <a:ext cx="14281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/>
                  </a:solidFill>
                </a:rPr>
                <a:t>Phase 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566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7F712-0C9C-F2DB-7099-D8E909C80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E18EED11-00EB-66B5-2E0F-86E2180C6F8C}"/>
              </a:ext>
            </a:extLst>
          </p:cNvPr>
          <p:cNvGrpSpPr/>
          <p:nvPr/>
        </p:nvGrpSpPr>
        <p:grpSpPr>
          <a:xfrm>
            <a:off x="10316309" y="3791150"/>
            <a:ext cx="1622268" cy="1998358"/>
            <a:chOff x="9568155" y="2445771"/>
            <a:chExt cx="2144394" cy="246774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3FE7343-9032-9714-92B2-96BEDC74D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8155" y="2445771"/>
              <a:ext cx="2074702" cy="207470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1EC099-2DE5-6D26-1A8D-2BA393DBF26D}"/>
                </a:ext>
              </a:extLst>
            </p:cNvPr>
            <p:cNvSpPr txBox="1"/>
            <p:nvPr/>
          </p:nvSpPr>
          <p:spPr>
            <a:xfrm>
              <a:off x="9827243" y="4570564"/>
              <a:ext cx="1885306" cy="342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Database (Data)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1D1FF40-ED7F-8700-C7C5-972FED2BBB8A}"/>
              </a:ext>
            </a:extLst>
          </p:cNvPr>
          <p:cNvGrpSpPr/>
          <p:nvPr/>
        </p:nvGrpSpPr>
        <p:grpSpPr>
          <a:xfrm>
            <a:off x="3784050" y="11597"/>
            <a:ext cx="1210443" cy="1790267"/>
            <a:chOff x="5219731" y="748042"/>
            <a:chExt cx="1965729" cy="366984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76606A8-44DA-648F-01F7-E7F8DB066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1520603"/>
              <a:ext cx="1965729" cy="289728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2C9D6DE-858C-B1E9-1AE7-1D3087782928}"/>
                </a:ext>
              </a:extLst>
            </p:cNvPr>
            <p:cNvSpPr txBox="1"/>
            <p:nvPr/>
          </p:nvSpPr>
          <p:spPr>
            <a:xfrm>
              <a:off x="5291649" y="748042"/>
              <a:ext cx="1885306" cy="412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DNS Server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FEB3EFC-B05D-50A0-8AD6-3E36BF719B1A}"/>
              </a:ext>
            </a:extLst>
          </p:cNvPr>
          <p:cNvGrpSpPr/>
          <p:nvPr/>
        </p:nvGrpSpPr>
        <p:grpSpPr>
          <a:xfrm>
            <a:off x="472296" y="0"/>
            <a:ext cx="1546008" cy="2049580"/>
            <a:chOff x="5211226" y="1810983"/>
            <a:chExt cx="1974234" cy="260690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0B70C9E-8B45-9433-C917-05F1915A4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2246252"/>
              <a:ext cx="1965729" cy="217163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91185E-5B3A-DBEA-1E0D-B2688F20C274}"/>
                </a:ext>
              </a:extLst>
            </p:cNvPr>
            <p:cNvSpPr txBox="1"/>
            <p:nvPr/>
          </p:nvSpPr>
          <p:spPr>
            <a:xfrm>
              <a:off x="5211226" y="1810983"/>
              <a:ext cx="1965729" cy="435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bg1"/>
                  </a:solidFill>
                </a:rPr>
                <a:t>Frontend Server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71C06AC-4144-50AA-C437-885557D35D1B}"/>
              </a:ext>
            </a:extLst>
          </p:cNvPr>
          <p:cNvGrpSpPr/>
          <p:nvPr/>
        </p:nvGrpSpPr>
        <p:grpSpPr>
          <a:xfrm>
            <a:off x="6174764" y="2722364"/>
            <a:ext cx="1934858" cy="3395782"/>
            <a:chOff x="5969284" y="1561388"/>
            <a:chExt cx="1934858" cy="339578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303D41F-21C4-D52D-8B06-6C3505B56F16}"/>
                </a:ext>
              </a:extLst>
            </p:cNvPr>
            <p:cNvGrpSpPr/>
            <p:nvPr/>
          </p:nvGrpSpPr>
          <p:grpSpPr>
            <a:xfrm>
              <a:off x="5969284" y="2712897"/>
              <a:ext cx="1934858" cy="2244273"/>
              <a:chOff x="5219731" y="1898151"/>
              <a:chExt cx="1965729" cy="301129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7798A92-637A-DBCC-2DB4-F5F8FDF086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19731" y="1898151"/>
                <a:ext cx="1965729" cy="2519737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6362ED-E1A6-1595-07C6-291916981A07}"/>
                  </a:ext>
                </a:extLst>
              </p:cNvPr>
              <p:cNvSpPr txBox="1"/>
              <p:nvPr/>
            </p:nvSpPr>
            <p:spPr>
              <a:xfrm>
                <a:off x="5291649" y="4455187"/>
                <a:ext cx="1885306" cy="454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</a:rPr>
                  <a:t>Server (Backend)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A78AF20A-2BE6-354A-D7B3-B563DD3F7034}"/>
                </a:ext>
              </a:extLst>
            </p:cNvPr>
            <p:cNvGrpSpPr/>
            <p:nvPr/>
          </p:nvGrpSpPr>
          <p:grpSpPr>
            <a:xfrm>
              <a:off x="6236102" y="1561388"/>
              <a:ext cx="1102060" cy="1156301"/>
              <a:chOff x="10040272" y="5206081"/>
              <a:chExt cx="1241831" cy="1290048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06921FCF-52C1-B38E-DCF3-FC5720436FF7}"/>
                  </a:ext>
                </a:extLst>
              </p:cNvPr>
              <p:cNvGrpSpPr/>
              <p:nvPr/>
            </p:nvGrpSpPr>
            <p:grpSpPr>
              <a:xfrm>
                <a:off x="10040272" y="5206081"/>
                <a:ext cx="1241831" cy="1290048"/>
                <a:chOff x="8185157" y="1089061"/>
                <a:chExt cx="1441728" cy="1410905"/>
              </a:xfrm>
            </p:grpSpPr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D103C64F-800A-15D7-67C8-9B96799DD1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lum bright="70000" contrast="-70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85157" y="1089061"/>
                  <a:ext cx="1441728" cy="1410905"/>
                </a:xfrm>
                <a:prstGeom prst="rect">
                  <a:avLst/>
                </a:prstGeom>
              </p:spPr>
            </p:pic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A60F46C-A62D-E980-B84F-50BB5CA11D9B}"/>
                    </a:ext>
                  </a:extLst>
                </p:cNvPr>
                <p:cNvSpPr txBox="1"/>
                <p:nvPr/>
              </p:nvSpPr>
              <p:spPr>
                <a:xfrm>
                  <a:off x="8290942" y="1380387"/>
                  <a:ext cx="11952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</a:rPr>
                    <a:t>Code</a:t>
                  </a: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0F45332A-871E-031C-BDB1-19F6F33D6880}"/>
                  </a:ext>
                </a:extLst>
              </p:cNvPr>
              <p:cNvGrpSpPr/>
              <p:nvPr/>
            </p:nvGrpSpPr>
            <p:grpSpPr>
              <a:xfrm>
                <a:off x="10411478" y="5803169"/>
                <a:ext cx="516949" cy="588937"/>
                <a:chOff x="4471133" y="5193554"/>
                <a:chExt cx="995851" cy="1027078"/>
              </a:xfrm>
            </p:grpSpPr>
            <p:pic>
              <p:nvPicPr>
                <p:cNvPr id="49" name="Graphic 48" descr="Back with solid fill">
                  <a:extLst>
                    <a:ext uri="{FF2B5EF4-FFF2-40B4-BE49-F238E27FC236}">
                      <a16:creationId xmlns:a16="http://schemas.microsoft.com/office/drawing/2014/main" id="{ABEC90CA-81CF-423E-68E7-699ED976BA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 rot="18625303">
                  <a:off x="4471133" y="5193554"/>
                  <a:ext cx="731520" cy="731520"/>
                </a:xfrm>
                <a:prstGeom prst="rect">
                  <a:avLst/>
                </a:prstGeom>
              </p:spPr>
            </p:pic>
            <p:pic>
              <p:nvPicPr>
                <p:cNvPr id="51" name="Graphic 50" descr="Back with solid fill">
                  <a:extLst>
                    <a:ext uri="{FF2B5EF4-FFF2-40B4-BE49-F238E27FC236}">
                      <a16:creationId xmlns:a16="http://schemas.microsoft.com/office/drawing/2014/main" id="{A259733E-E1A4-3D2F-6A11-B5425CEDEA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 rot="18432966" flipV="1">
                  <a:off x="4735464" y="5489112"/>
                  <a:ext cx="731520" cy="7315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30DC248-E890-0207-CCD9-F73B37CFDD52}"/>
              </a:ext>
            </a:extLst>
          </p:cNvPr>
          <p:cNvGrpSpPr/>
          <p:nvPr/>
        </p:nvGrpSpPr>
        <p:grpSpPr>
          <a:xfrm rot="18978391">
            <a:off x="2667563" y="2354714"/>
            <a:ext cx="1817588" cy="669903"/>
            <a:chOff x="3361265" y="5313869"/>
            <a:chExt cx="2039534" cy="802557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BFFAF56B-E5C0-238B-E7E8-26FE24F21CAA}"/>
                </a:ext>
              </a:extLst>
            </p:cNvPr>
            <p:cNvCxnSpPr/>
            <p:nvPr/>
          </p:nvCxnSpPr>
          <p:spPr>
            <a:xfrm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B89787A-4FF1-DD3B-BE1E-87FE6A788106}"/>
                </a:ext>
              </a:extLst>
            </p:cNvPr>
            <p:cNvSpPr txBox="1"/>
            <p:nvPr/>
          </p:nvSpPr>
          <p:spPr>
            <a:xfrm>
              <a:off x="3794811" y="5747094"/>
              <a:ext cx="1114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 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0CD0ABD-B4EC-8594-03DA-358ACAB1385D}"/>
                </a:ext>
              </a:extLst>
            </p:cNvPr>
            <p:cNvSpPr txBox="1"/>
            <p:nvPr/>
          </p:nvSpPr>
          <p:spPr>
            <a:xfrm>
              <a:off x="3361265" y="5313869"/>
              <a:ext cx="2039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www.facebook.com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1569225-96A1-F0D2-A2F1-A33A1CA0D295}"/>
              </a:ext>
            </a:extLst>
          </p:cNvPr>
          <p:cNvGrpSpPr/>
          <p:nvPr/>
        </p:nvGrpSpPr>
        <p:grpSpPr>
          <a:xfrm rot="14888896">
            <a:off x="-115811" y="2331474"/>
            <a:ext cx="1767155" cy="1527119"/>
            <a:chOff x="3414367" y="4924036"/>
            <a:chExt cx="1767155" cy="167983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AC9043E-57F6-0189-4691-DC3F9712DDF2}"/>
                </a:ext>
              </a:extLst>
            </p:cNvPr>
            <p:cNvGrpSpPr/>
            <p:nvPr/>
          </p:nvGrpSpPr>
          <p:grpSpPr>
            <a:xfrm>
              <a:off x="3567755" y="4924036"/>
              <a:ext cx="1369910" cy="1115219"/>
              <a:chOff x="8185158" y="1089062"/>
              <a:chExt cx="1441728" cy="1265495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5CAEE43-F03D-6A51-DE04-FA8CF3E477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8" y="1089062"/>
                <a:ext cx="1441728" cy="1265495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9A2AAB6-D974-C98E-A947-CA3694FB02A0}"/>
                  </a:ext>
                </a:extLst>
              </p:cNvPr>
              <p:cNvSpPr txBox="1"/>
              <p:nvPr/>
            </p:nvSpPr>
            <p:spPr>
              <a:xfrm>
                <a:off x="8290942" y="1310436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HTML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B0ADFAA-653B-21AD-C29A-893C941B05B4}"/>
                  </a:ext>
                </a:extLst>
              </p:cNvPr>
              <p:cNvSpPr txBox="1"/>
              <p:nvPr/>
            </p:nvSpPr>
            <p:spPr>
              <a:xfrm>
                <a:off x="8268682" y="1578620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CSS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E43C3E-3148-EEA5-3E88-36E5FCB0027F}"/>
                  </a:ext>
                </a:extLst>
              </p:cNvPr>
              <p:cNvSpPr txBox="1"/>
              <p:nvPr/>
            </p:nvSpPr>
            <p:spPr>
              <a:xfrm>
                <a:off x="8297796" y="1849571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JavaScript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500E174-80B4-978E-1EF4-FD0A36F68769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7A7C76D6-8EC9-1793-9562-476018E7AD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DE84496-D4A6-D217-3A5B-1D1287F9C670}"/>
                  </a:ext>
                </a:extLst>
              </p:cNvPr>
              <p:cNvSpPr txBox="1"/>
              <p:nvPr/>
            </p:nvSpPr>
            <p:spPr>
              <a:xfrm>
                <a:off x="3726202" y="5747094"/>
                <a:ext cx="1251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Response 2</a:t>
                </a:r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5213E34-8C3F-C775-8FFE-BCC5A2F4611A}"/>
              </a:ext>
            </a:extLst>
          </p:cNvPr>
          <p:cNvGrpSpPr/>
          <p:nvPr/>
        </p:nvGrpSpPr>
        <p:grpSpPr>
          <a:xfrm rot="19010235">
            <a:off x="2337382" y="1863560"/>
            <a:ext cx="1460459" cy="663270"/>
            <a:chOff x="3534310" y="5313869"/>
            <a:chExt cx="1767155" cy="802557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03436D02-6E40-C7F3-341D-B46D0D2702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4B5F8C2-11C7-ED22-0DCD-108067257A89}"/>
                </a:ext>
              </a:extLst>
            </p:cNvPr>
            <p:cNvSpPr txBox="1"/>
            <p:nvPr/>
          </p:nvSpPr>
          <p:spPr>
            <a:xfrm>
              <a:off x="3726202" y="5747094"/>
              <a:ext cx="125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Response 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8F8307D-F34D-CFE1-2061-41ECA1293BF7}"/>
                </a:ext>
              </a:extLst>
            </p:cNvPr>
            <p:cNvSpPr txBox="1"/>
            <p:nvPr/>
          </p:nvSpPr>
          <p:spPr>
            <a:xfrm>
              <a:off x="3558532" y="5313869"/>
              <a:ext cx="1645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157.240.241.35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890A13C-96F6-A722-38B2-662AA72022F4}"/>
              </a:ext>
            </a:extLst>
          </p:cNvPr>
          <p:cNvGrpSpPr/>
          <p:nvPr/>
        </p:nvGrpSpPr>
        <p:grpSpPr>
          <a:xfrm rot="14842365">
            <a:off x="1185767" y="2483234"/>
            <a:ext cx="1327690" cy="663270"/>
            <a:chOff x="3534310" y="5313869"/>
            <a:chExt cx="1767155" cy="802557"/>
          </a:xfrm>
        </p:grpSpPr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1D2DCED0-116A-82B1-91CE-A2D35CAB4CB4}"/>
                </a:ext>
              </a:extLst>
            </p:cNvPr>
            <p:cNvCxnSpPr/>
            <p:nvPr/>
          </p:nvCxnSpPr>
          <p:spPr>
            <a:xfrm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DF1DF5F-B3E2-696B-7C26-7E044D570FA1}"/>
                </a:ext>
              </a:extLst>
            </p:cNvPr>
            <p:cNvSpPr txBox="1"/>
            <p:nvPr/>
          </p:nvSpPr>
          <p:spPr>
            <a:xfrm>
              <a:off x="3794810" y="5747094"/>
              <a:ext cx="1114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 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D9739BD-332A-909C-E2C7-75B74141A359}"/>
                </a:ext>
              </a:extLst>
            </p:cNvPr>
            <p:cNvSpPr txBox="1"/>
            <p:nvPr/>
          </p:nvSpPr>
          <p:spPr>
            <a:xfrm>
              <a:off x="3558532" y="5313869"/>
              <a:ext cx="1645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157.240.241.35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41AE5B8-FE08-7AD4-C363-9DFDF234D099}"/>
              </a:ext>
            </a:extLst>
          </p:cNvPr>
          <p:cNvGrpSpPr/>
          <p:nvPr/>
        </p:nvGrpSpPr>
        <p:grpSpPr>
          <a:xfrm flipV="1">
            <a:off x="4080463" y="4847890"/>
            <a:ext cx="1767155" cy="1572300"/>
            <a:chOff x="3414367" y="5031567"/>
            <a:chExt cx="1767155" cy="157230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AD5AE8D1-D414-D7C8-E66E-CC4658F4FDDA}"/>
                </a:ext>
              </a:extLst>
            </p:cNvPr>
            <p:cNvGrpSpPr/>
            <p:nvPr/>
          </p:nvGrpSpPr>
          <p:grpSpPr>
            <a:xfrm>
              <a:off x="3607117" y="5031567"/>
              <a:ext cx="1330550" cy="1135830"/>
              <a:chOff x="8226580" y="1211083"/>
              <a:chExt cx="1400304" cy="1288883"/>
            </a:xfrm>
          </p:grpSpPr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4E1426C3-CA58-FB2A-626A-DAA2CCCA4D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V="1">
                <a:off x="8226580" y="1211083"/>
                <a:ext cx="1400304" cy="1288883"/>
              </a:xfrm>
              <a:prstGeom prst="rect">
                <a:avLst/>
              </a:prstGeom>
            </p:spPr>
          </p:pic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AE7ADB6-B7CB-75F3-EDB6-BF50908715B5}"/>
                  </a:ext>
                </a:extLst>
              </p:cNvPr>
              <p:cNvSpPr txBox="1"/>
              <p:nvPr/>
            </p:nvSpPr>
            <p:spPr>
              <a:xfrm flipV="1">
                <a:off x="8290942" y="1485311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Email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2F2B1E7-BC93-4833-9C77-CF1960DD42B3}"/>
                  </a:ext>
                </a:extLst>
              </p:cNvPr>
              <p:cNvSpPr txBox="1"/>
              <p:nvPr/>
            </p:nvSpPr>
            <p:spPr>
              <a:xfrm flipV="1">
                <a:off x="8330234" y="1791277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Password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F7DE78B-4FCB-CAA6-BA43-D4DC8AB7B5AC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1021FFDB-C5DA-A5FF-313A-AAE50EAE06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669848B-8AFF-DBA8-5959-FB618CC0E28F}"/>
                  </a:ext>
                </a:extLst>
              </p:cNvPr>
              <p:cNvSpPr txBox="1"/>
              <p:nvPr/>
            </p:nvSpPr>
            <p:spPr>
              <a:xfrm flipV="1">
                <a:off x="3794810" y="5747094"/>
                <a:ext cx="1114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Request 3</a:t>
                </a:r>
              </a:p>
            </p:txBody>
          </p: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65AB7EB-CC51-D6C2-860D-84E0B3917FAA}"/>
              </a:ext>
            </a:extLst>
          </p:cNvPr>
          <p:cNvGrpSpPr/>
          <p:nvPr/>
        </p:nvGrpSpPr>
        <p:grpSpPr>
          <a:xfrm flipV="1">
            <a:off x="8583423" y="4871876"/>
            <a:ext cx="1767155" cy="1572300"/>
            <a:chOff x="3414367" y="5031567"/>
            <a:chExt cx="1767155" cy="1572300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0DB74C7-73F2-AE47-97C4-FED42DF1FB1D}"/>
                </a:ext>
              </a:extLst>
            </p:cNvPr>
            <p:cNvGrpSpPr/>
            <p:nvPr/>
          </p:nvGrpSpPr>
          <p:grpSpPr>
            <a:xfrm>
              <a:off x="3607117" y="5031567"/>
              <a:ext cx="1330550" cy="1135830"/>
              <a:chOff x="8226580" y="1211083"/>
              <a:chExt cx="1400304" cy="1288883"/>
            </a:xfrm>
          </p:grpSpPr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9C4B7D4C-7527-494C-DF66-AA65E41B0E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V="1">
                <a:off x="8226580" y="1211083"/>
                <a:ext cx="1400304" cy="1288883"/>
              </a:xfrm>
              <a:prstGeom prst="rect">
                <a:avLst/>
              </a:prstGeom>
            </p:spPr>
          </p:pic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23BA599-0C45-A9A3-1314-1D2F5D934689}"/>
                  </a:ext>
                </a:extLst>
              </p:cNvPr>
              <p:cNvSpPr txBox="1"/>
              <p:nvPr/>
            </p:nvSpPr>
            <p:spPr>
              <a:xfrm flipV="1">
                <a:off x="8290942" y="1485311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Email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C42C923-5326-FC9C-6874-47596BC08C92}"/>
                  </a:ext>
                </a:extLst>
              </p:cNvPr>
              <p:cNvSpPr txBox="1"/>
              <p:nvPr/>
            </p:nvSpPr>
            <p:spPr>
              <a:xfrm flipV="1">
                <a:off x="8330234" y="1791277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Password</a:t>
                </a: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DCD6058-D697-72E6-2EF0-BF4A29AC2CB3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4FE828D1-3BDE-3369-C2C4-8C667A2417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CD2DC85-A051-8B1A-1D56-4348AD2676E7}"/>
                  </a:ext>
                </a:extLst>
              </p:cNvPr>
              <p:cNvSpPr txBox="1"/>
              <p:nvPr/>
            </p:nvSpPr>
            <p:spPr>
              <a:xfrm flipV="1">
                <a:off x="3794810" y="5747094"/>
                <a:ext cx="1114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Request 4</a:t>
                </a:r>
              </a:p>
            </p:txBody>
          </p:sp>
        </p:grp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1AF3527-D84A-A2CF-E01E-B2D235F15B89}"/>
              </a:ext>
            </a:extLst>
          </p:cNvPr>
          <p:cNvGrpSpPr/>
          <p:nvPr/>
        </p:nvGrpSpPr>
        <p:grpSpPr>
          <a:xfrm>
            <a:off x="8522504" y="3076237"/>
            <a:ext cx="1767155" cy="1663200"/>
            <a:chOff x="3414367" y="4924035"/>
            <a:chExt cx="1767155" cy="1679832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01598E1B-C6FE-3C22-7EDD-75352FC7D3B3}"/>
                </a:ext>
              </a:extLst>
            </p:cNvPr>
            <p:cNvGrpSpPr/>
            <p:nvPr/>
          </p:nvGrpSpPr>
          <p:grpSpPr>
            <a:xfrm>
              <a:off x="3567754" y="4924035"/>
              <a:ext cx="1369910" cy="1243362"/>
              <a:chOff x="8185157" y="1089061"/>
              <a:chExt cx="1441728" cy="1410905"/>
            </a:xfrm>
          </p:grpSpPr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6D8355D2-EC3F-30C2-8505-2A37C5243D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7" y="1089061"/>
                <a:ext cx="1441728" cy="1410905"/>
              </a:xfrm>
              <a:prstGeom prst="rect">
                <a:avLst/>
              </a:prstGeom>
            </p:spPr>
          </p:pic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1423403D-3F67-D419-DF0E-95AF45D68D45}"/>
                  </a:ext>
                </a:extLst>
              </p:cNvPr>
              <p:cNvSpPr txBox="1"/>
              <p:nvPr/>
            </p:nvSpPr>
            <p:spPr>
              <a:xfrm>
                <a:off x="8290942" y="1380386"/>
                <a:ext cx="1195269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Name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8608B670-CA41-2B45-2324-C2C02C607F6F}"/>
                  </a:ext>
                </a:extLst>
              </p:cNvPr>
              <p:cNvSpPr txBox="1"/>
              <p:nvPr/>
            </p:nvSpPr>
            <p:spPr>
              <a:xfrm>
                <a:off x="8268682" y="1625253"/>
                <a:ext cx="1195269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Pictures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FDF9E67-E431-A615-FA6C-2140B9C24E16}"/>
                  </a:ext>
                </a:extLst>
              </p:cNvPr>
              <p:cNvSpPr txBox="1"/>
              <p:nvPr/>
            </p:nvSpPr>
            <p:spPr>
              <a:xfrm>
                <a:off x="8297796" y="1849570"/>
                <a:ext cx="1195269" cy="384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</a:rPr>
                  <a:t>Friends List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BC58E7EC-24FE-8910-5620-49B51605BE8E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326AB14-1802-EE60-30CD-A5B63F538C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6357EF5-3AAC-E102-2774-38EC8E87A378}"/>
                  </a:ext>
                </a:extLst>
              </p:cNvPr>
              <p:cNvSpPr txBox="1"/>
              <p:nvPr/>
            </p:nvSpPr>
            <p:spPr>
              <a:xfrm>
                <a:off x="3726202" y="5747094"/>
                <a:ext cx="1251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Response 4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D1DF58B-23B0-D76F-BCAB-4C1B070259AD}"/>
              </a:ext>
            </a:extLst>
          </p:cNvPr>
          <p:cNvGrpSpPr/>
          <p:nvPr/>
        </p:nvGrpSpPr>
        <p:grpSpPr>
          <a:xfrm>
            <a:off x="1842846" y="3659277"/>
            <a:ext cx="1766676" cy="2125925"/>
            <a:chOff x="1842846" y="3659277"/>
            <a:chExt cx="1766676" cy="212592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C0E4A05-CF1D-EFA9-5FF8-ADF7D1431C5B}"/>
                </a:ext>
              </a:extLst>
            </p:cNvPr>
            <p:cNvGrpSpPr/>
            <p:nvPr/>
          </p:nvGrpSpPr>
          <p:grpSpPr>
            <a:xfrm>
              <a:off x="1842846" y="3659277"/>
              <a:ext cx="1766676" cy="2125925"/>
              <a:chOff x="353101" y="4244900"/>
              <a:chExt cx="1766676" cy="2125925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529B5E3C-7686-EAC5-9E3D-57550CFBEED2}"/>
                  </a:ext>
                </a:extLst>
              </p:cNvPr>
              <p:cNvGrpSpPr/>
              <p:nvPr/>
            </p:nvGrpSpPr>
            <p:grpSpPr>
              <a:xfrm>
                <a:off x="353101" y="4244900"/>
                <a:ext cx="1766676" cy="2125925"/>
                <a:chOff x="384120" y="3489959"/>
                <a:chExt cx="2180976" cy="2665918"/>
              </a:xfrm>
            </p:grpSpPr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9338DA2C-C72D-7334-FB3C-2676E2F0FA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120" y="3489959"/>
                  <a:ext cx="2180976" cy="2180976"/>
                </a:xfrm>
                <a:prstGeom prst="rect">
                  <a:avLst/>
                </a:prstGeom>
              </p:spPr>
            </p:pic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555E35A-3C5D-3588-BAA5-064B0FA9654A}"/>
                    </a:ext>
                  </a:extLst>
                </p:cNvPr>
                <p:cNvSpPr txBox="1"/>
                <p:nvPr/>
              </p:nvSpPr>
              <p:spPr>
                <a:xfrm>
                  <a:off x="430518" y="5712031"/>
                  <a:ext cx="2134577" cy="443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700" b="1" dirty="0">
                      <a:solidFill>
                        <a:schemeClr val="bg1"/>
                      </a:solidFill>
                    </a:rPr>
                    <a:t>Client (Frontend)</a:t>
                  </a:r>
                </a:p>
              </p:txBody>
            </p: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FFAD030-4CE4-E3D9-F4DE-86299F0BB9F4}"/>
                  </a:ext>
                </a:extLst>
              </p:cNvPr>
              <p:cNvSpPr txBox="1"/>
              <p:nvPr/>
            </p:nvSpPr>
            <p:spPr>
              <a:xfrm>
                <a:off x="636421" y="5295306"/>
                <a:ext cx="1114216" cy="29968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0000"/>
                    </a:solidFill>
                  </a:rPr>
                  <a:t>Browser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8BA6570-B91F-395D-B381-0279081EFD65}"/>
                </a:ext>
              </a:extLst>
            </p:cNvPr>
            <p:cNvGrpSpPr/>
            <p:nvPr/>
          </p:nvGrpSpPr>
          <p:grpSpPr>
            <a:xfrm>
              <a:off x="2188434" y="3776616"/>
              <a:ext cx="1113081" cy="995978"/>
              <a:chOff x="8185157" y="1089061"/>
              <a:chExt cx="1441728" cy="141090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5D14F44F-072D-B3EF-6045-F28D6F2CD8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7" y="1089061"/>
                <a:ext cx="1441728" cy="1410905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463A1AD-3995-2E96-2D6E-95F56554C184}"/>
                  </a:ext>
                </a:extLst>
              </p:cNvPr>
              <p:cNvSpPr txBox="1"/>
              <p:nvPr/>
            </p:nvSpPr>
            <p:spPr>
              <a:xfrm>
                <a:off x="8290942" y="1380387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HTML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4283E88-73DC-0F53-7689-C257EBDC8854}"/>
                  </a:ext>
                </a:extLst>
              </p:cNvPr>
              <p:cNvSpPr txBox="1"/>
              <p:nvPr/>
            </p:nvSpPr>
            <p:spPr>
              <a:xfrm>
                <a:off x="8268682" y="1625253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CSS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A0A817-2F5A-AEE4-24C5-27DE74C574DA}"/>
                  </a:ext>
                </a:extLst>
              </p:cNvPr>
              <p:cNvSpPr txBox="1"/>
              <p:nvPr/>
            </p:nvSpPr>
            <p:spPr>
              <a:xfrm>
                <a:off x="8297796" y="1849571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JavaScript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CE09877-EA61-C0CC-403A-5E0E7B546BC0}"/>
              </a:ext>
            </a:extLst>
          </p:cNvPr>
          <p:cNvGrpSpPr/>
          <p:nvPr/>
        </p:nvGrpSpPr>
        <p:grpSpPr>
          <a:xfrm>
            <a:off x="6503539" y="369869"/>
            <a:ext cx="5250096" cy="995652"/>
            <a:chOff x="6431621" y="3369919"/>
            <a:chExt cx="5250096" cy="99565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0F60914-82AD-01AF-95CD-AE037D32FEB1}"/>
                </a:ext>
              </a:extLst>
            </p:cNvPr>
            <p:cNvSpPr txBox="1"/>
            <p:nvPr/>
          </p:nvSpPr>
          <p:spPr>
            <a:xfrm>
              <a:off x="6431621" y="3719240"/>
              <a:ext cx="52500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The database responds to the server with your name, pictures, friends list, etc.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7B26D98-4528-3F44-CDE0-B96A04B05DC4}"/>
                </a:ext>
              </a:extLst>
            </p:cNvPr>
            <p:cNvSpPr txBox="1"/>
            <p:nvPr/>
          </p:nvSpPr>
          <p:spPr>
            <a:xfrm>
              <a:off x="6462447" y="3369919"/>
              <a:ext cx="14281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/>
                  </a:solidFill>
                </a:rPr>
                <a:t>Phase 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2306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4341F6-2B14-02F1-F42F-D35CFB4E9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40677CE3-2C24-A1F8-34A0-C2A1DB59C838}"/>
              </a:ext>
            </a:extLst>
          </p:cNvPr>
          <p:cNvGrpSpPr/>
          <p:nvPr/>
        </p:nvGrpSpPr>
        <p:grpSpPr>
          <a:xfrm>
            <a:off x="10316309" y="3791150"/>
            <a:ext cx="1622268" cy="1998358"/>
            <a:chOff x="9568155" y="2445771"/>
            <a:chExt cx="2144394" cy="246774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6DF812-91A4-5DE3-1F0C-8D3FFEF8C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8155" y="2445771"/>
              <a:ext cx="2074702" cy="207470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0B67094-8721-FA95-437A-FAA2AA829381}"/>
                </a:ext>
              </a:extLst>
            </p:cNvPr>
            <p:cNvSpPr txBox="1"/>
            <p:nvPr/>
          </p:nvSpPr>
          <p:spPr>
            <a:xfrm>
              <a:off x="9827243" y="4570564"/>
              <a:ext cx="1885306" cy="342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Database (Data)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BCD905A-68E4-F88A-FA2D-1302C6178787}"/>
              </a:ext>
            </a:extLst>
          </p:cNvPr>
          <p:cNvGrpSpPr/>
          <p:nvPr/>
        </p:nvGrpSpPr>
        <p:grpSpPr>
          <a:xfrm>
            <a:off x="3784050" y="11597"/>
            <a:ext cx="1210443" cy="1790267"/>
            <a:chOff x="5219731" y="748042"/>
            <a:chExt cx="1965729" cy="366984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04AD9E3-DF30-EC60-9B72-AE9789C7C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1520603"/>
              <a:ext cx="1965729" cy="289728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9CE23FF-8233-4413-6215-9D851BA942EB}"/>
                </a:ext>
              </a:extLst>
            </p:cNvPr>
            <p:cNvSpPr txBox="1"/>
            <p:nvPr/>
          </p:nvSpPr>
          <p:spPr>
            <a:xfrm>
              <a:off x="5291649" y="748042"/>
              <a:ext cx="1885306" cy="412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DNS Server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2EE4417-28B2-8C31-FA90-5BA7A85D8AF0}"/>
              </a:ext>
            </a:extLst>
          </p:cNvPr>
          <p:cNvGrpSpPr/>
          <p:nvPr/>
        </p:nvGrpSpPr>
        <p:grpSpPr>
          <a:xfrm>
            <a:off x="472296" y="0"/>
            <a:ext cx="1546008" cy="2049580"/>
            <a:chOff x="5211226" y="1810983"/>
            <a:chExt cx="1974234" cy="260690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AD7400F-F282-8F31-70D5-8255D9264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2246252"/>
              <a:ext cx="1965729" cy="217163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FBCFEF-AE43-C817-0B14-C0677DA86A88}"/>
                </a:ext>
              </a:extLst>
            </p:cNvPr>
            <p:cNvSpPr txBox="1"/>
            <p:nvPr/>
          </p:nvSpPr>
          <p:spPr>
            <a:xfrm>
              <a:off x="5211226" y="1810983"/>
              <a:ext cx="1965729" cy="435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bg1"/>
                  </a:solidFill>
                </a:rPr>
                <a:t>Frontend Server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6B150EA-C187-3771-70B3-DE0812B21026}"/>
              </a:ext>
            </a:extLst>
          </p:cNvPr>
          <p:cNvGrpSpPr/>
          <p:nvPr/>
        </p:nvGrpSpPr>
        <p:grpSpPr>
          <a:xfrm>
            <a:off x="6174764" y="2722364"/>
            <a:ext cx="1934858" cy="3395782"/>
            <a:chOff x="5969284" y="1561388"/>
            <a:chExt cx="1934858" cy="339578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28040BC-16E7-7AC2-BDFC-4D1C2947E1D2}"/>
                </a:ext>
              </a:extLst>
            </p:cNvPr>
            <p:cNvGrpSpPr/>
            <p:nvPr/>
          </p:nvGrpSpPr>
          <p:grpSpPr>
            <a:xfrm>
              <a:off x="5969284" y="2712897"/>
              <a:ext cx="1934858" cy="2244273"/>
              <a:chOff x="5219731" y="1898151"/>
              <a:chExt cx="1965729" cy="301129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55F30167-14B4-13B5-7809-D8DA376CFD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19731" y="1898151"/>
                <a:ext cx="1965729" cy="2519737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4D18574-7586-1BD5-5AF1-73263290D238}"/>
                  </a:ext>
                </a:extLst>
              </p:cNvPr>
              <p:cNvSpPr txBox="1"/>
              <p:nvPr/>
            </p:nvSpPr>
            <p:spPr>
              <a:xfrm>
                <a:off x="5291649" y="4455187"/>
                <a:ext cx="1885306" cy="454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</a:rPr>
                  <a:t>Server (Backend)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0E1733FF-291C-C20E-A1FC-10425B63649B}"/>
                </a:ext>
              </a:extLst>
            </p:cNvPr>
            <p:cNvGrpSpPr/>
            <p:nvPr/>
          </p:nvGrpSpPr>
          <p:grpSpPr>
            <a:xfrm>
              <a:off x="6236102" y="1561388"/>
              <a:ext cx="1102060" cy="1156301"/>
              <a:chOff x="10040272" y="5206081"/>
              <a:chExt cx="1241831" cy="1290048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24BDD5CE-459F-96D1-2A0F-51BC3500E2E4}"/>
                  </a:ext>
                </a:extLst>
              </p:cNvPr>
              <p:cNvGrpSpPr/>
              <p:nvPr/>
            </p:nvGrpSpPr>
            <p:grpSpPr>
              <a:xfrm>
                <a:off x="10040272" y="5206081"/>
                <a:ext cx="1241831" cy="1290048"/>
                <a:chOff x="8185157" y="1089061"/>
                <a:chExt cx="1441728" cy="1410905"/>
              </a:xfrm>
            </p:grpSpPr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5ED021E0-E0CB-66C2-C9D8-3BCEF10517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lum bright="70000" contrast="-70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85157" y="1089061"/>
                  <a:ext cx="1441728" cy="1410905"/>
                </a:xfrm>
                <a:prstGeom prst="rect">
                  <a:avLst/>
                </a:prstGeom>
              </p:spPr>
            </p:pic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1E7AEBF-002C-1D1D-8CF3-BEFA8C402E5C}"/>
                    </a:ext>
                  </a:extLst>
                </p:cNvPr>
                <p:cNvSpPr txBox="1"/>
                <p:nvPr/>
              </p:nvSpPr>
              <p:spPr>
                <a:xfrm>
                  <a:off x="8290942" y="1380387"/>
                  <a:ext cx="11952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</a:rPr>
                    <a:t>Code</a:t>
                  </a: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FC5343F-2885-6871-C354-062CD279CD32}"/>
                  </a:ext>
                </a:extLst>
              </p:cNvPr>
              <p:cNvGrpSpPr/>
              <p:nvPr/>
            </p:nvGrpSpPr>
            <p:grpSpPr>
              <a:xfrm>
                <a:off x="10411478" y="5803169"/>
                <a:ext cx="516949" cy="588937"/>
                <a:chOff x="4471133" y="5193554"/>
                <a:chExt cx="995851" cy="1027078"/>
              </a:xfrm>
            </p:grpSpPr>
            <p:pic>
              <p:nvPicPr>
                <p:cNvPr id="49" name="Graphic 48" descr="Back with solid fill">
                  <a:extLst>
                    <a:ext uri="{FF2B5EF4-FFF2-40B4-BE49-F238E27FC236}">
                      <a16:creationId xmlns:a16="http://schemas.microsoft.com/office/drawing/2014/main" id="{6E7A0F48-93AF-7912-BC2A-D0D3E3B7A5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 rot="18625303">
                  <a:off x="4471133" y="5193554"/>
                  <a:ext cx="731520" cy="731520"/>
                </a:xfrm>
                <a:prstGeom prst="rect">
                  <a:avLst/>
                </a:prstGeom>
              </p:spPr>
            </p:pic>
            <p:pic>
              <p:nvPicPr>
                <p:cNvPr id="51" name="Graphic 50" descr="Back with solid fill">
                  <a:extLst>
                    <a:ext uri="{FF2B5EF4-FFF2-40B4-BE49-F238E27FC236}">
                      <a16:creationId xmlns:a16="http://schemas.microsoft.com/office/drawing/2014/main" id="{1328A3A1-AAF5-D46D-1F36-882728C02B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 rot="18432966" flipV="1">
                  <a:off x="4735464" y="5489112"/>
                  <a:ext cx="731520" cy="7315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90D2223-3520-6535-F9C4-781B9BE64A6C}"/>
              </a:ext>
            </a:extLst>
          </p:cNvPr>
          <p:cNvGrpSpPr/>
          <p:nvPr/>
        </p:nvGrpSpPr>
        <p:grpSpPr>
          <a:xfrm rot="18978391">
            <a:off x="2667563" y="2354714"/>
            <a:ext cx="1817588" cy="669903"/>
            <a:chOff x="3361265" y="5313869"/>
            <a:chExt cx="2039534" cy="802557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2FEFB910-181C-08E0-3DB9-3536E3678887}"/>
                </a:ext>
              </a:extLst>
            </p:cNvPr>
            <p:cNvCxnSpPr/>
            <p:nvPr/>
          </p:nvCxnSpPr>
          <p:spPr>
            <a:xfrm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D1FB8B1-7B0E-2C7F-873C-608F36A2EE85}"/>
                </a:ext>
              </a:extLst>
            </p:cNvPr>
            <p:cNvSpPr txBox="1"/>
            <p:nvPr/>
          </p:nvSpPr>
          <p:spPr>
            <a:xfrm>
              <a:off x="3794811" y="5747094"/>
              <a:ext cx="1114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 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1EF8BF5-3715-CCB9-4692-A5BDEBD05AE7}"/>
                </a:ext>
              </a:extLst>
            </p:cNvPr>
            <p:cNvSpPr txBox="1"/>
            <p:nvPr/>
          </p:nvSpPr>
          <p:spPr>
            <a:xfrm>
              <a:off x="3361265" y="5313869"/>
              <a:ext cx="2039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www.facebook.com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02A685B-6237-20D6-BFF7-067C5A7AB564}"/>
              </a:ext>
            </a:extLst>
          </p:cNvPr>
          <p:cNvGrpSpPr/>
          <p:nvPr/>
        </p:nvGrpSpPr>
        <p:grpSpPr>
          <a:xfrm rot="14888896">
            <a:off x="-115811" y="2331474"/>
            <a:ext cx="1767155" cy="1527119"/>
            <a:chOff x="3414367" y="4924036"/>
            <a:chExt cx="1767155" cy="167983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358695C-336D-4487-C339-A6A23B3CDB43}"/>
                </a:ext>
              </a:extLst>
            </p:cNvPr>
            <p:cNvGrpSpPr/>
            <p:nvPr/>
          </p:nvGrpSpPr>
          <p:grpSpPr>
            <a:xfrm>
              <a:off x="3567755" y="4924036"/>
              <a:ext cx="1369910" cy="1115219"/>
              <a:chOff x="8185158" y="1089062"/>
              <a:chExt cx="1441728" cy="1265495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74592B3E-EA5B-9C39-CDD9-966222848F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8" y="1089062"/>
                <a:ext cx="1441728" cy="1265495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30A4CB9-3E82-92EC-5BA1-60059AAC08FF}"/>
                  </a:ext>
                </a:extLst>
              </p:cNvPr>
              <p:cNvSpPr txBox="1"/>
              <p:nvPr/>
            </p:nvSpPr>
            <p:spPr>
              <a:xfrm>
                <a:off x="8290942" y="1310436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HTML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FD3942D-111E-F645-AF5D-4E01935D818C}"/>
                  </a:ext>
                </a:extLst>
              </p:cNvPr>
              <p:cNvSpPr txBox="1"/>
              <p:nvPr/>
            </p:nvSpPr>
            <p:spPr>
              <a:xfrm>
                <a:off x="8268682" y="1578620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CSS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27A7F7A-AD09-CB55-B332-33DBE04F0759}"/>
                  </a:ext>
                </a:extLst>
              </p:cNvPr>
              <p:cNvSpPr txBox="1"/>
              <p:nvPr/>
            </p:nvSpPr>
            <p:spPr>
              <a:xfrm>
                <a:off x="8297796" y="1849571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JavaScript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522297D-401D-909B-9780-BB9B1D8A7BF8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80F20A1B-3A25-5021-FF8A-6B504BC26D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DD0E3547-1D5D-E531-4EE5-AB27F12D82C7}"/>
                  </a:ext>
                </a:extLst>
              </p:cNvPr>
              <p:cNvSpPr txBox="1"/>
              <p:nvPr/>
            </p:nvSpPr>
            <p:spPr>
              <a:xfrm>
                <a:off x="3726202" y="5747094"/>
                <a:ext cx="1251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Response 2</a:t>
                </a:r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E6BBDB0-5141-73ED-E858-6C3AFCB534ED}"/>
              </a:ext>
            </a:extLst>
          </p:cNvPr>
          <p:cNvGrpSpPr/>
          <p:nvPr/>
        </p:nvGrpSpPr>
        <p:grpSpPr>
          <a:xfrm rot="19010235">
            <a:off x="2337382" y="1863560"/>
            <a:ext cx="1460459" cy="663270"/>
            <a:chOff x="3534310" y="5313869"/>
            <a:chExt cx="1767155" cy="802557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D8C45468-9120-F947-A0D6-38021A4A1A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812E022-46C3-C7C0-AC3C-FF7EF2A6248F}"/>
                </a:ext>
              </a:extLst>
            </p:cNvPr>
            <p:cNvSpPr txBox="1"/>
            <p:nvPr/>
          </p:nvSpPr>
          <p:spPr>
            <a:xfrm>
              <a:off x="3726202" y="5747094"/>
              <a:ext cx="125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Response 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2DFECD5-A51D-898B-9699-3E5C72591EDB}"/>
                </a:ext>
              </a:extLst>
            </p:cNvPr>
            <p:cNvSpPr txBox="1"/>
            <p:nvPr/>
          </p:nvSpPr>
          <p:spPr>
            <a:xfrm>
              <a:off x="3558532" y="5313869"/>
              <a:ext cx="1645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157.240.241.35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B728D30-C822-F1AB-B334-165046410175}"/>
              </a:ext>
            </a:extLst>
          </p:cNvPr>
          <p:cNvGrpSpPr/>
          <p:nvPr/>
        </p:nvGrpSpPr>
        <p:grpSpPr>
          <a:xfrm rot="14842365">
            <a:off x="1185767" y="2483234"/>
            <a:ext cx="1327690" cy="663270"/>
            <a:chOff x="3534310" y="5313869"/>
            <a:chExt cx="1767155" cy="802557"/>
          </a:xfrm>
        </p:grpSpPr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96209D30-4488-F97E-FCD9-CA5518264A74}"/>
                </a:ext>
              </a:extLst>
            </p:cNvPr>
            <p:cNvCxnSpPr/>
            <p:nvPr/>
          </p:nvCxnSpPr>
          <p:spPr>
            <a:xfrm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BB0DFBE-70C7-7A17-135D-F35EA77FA03E}"/>
                </a:ext>
              </a:extLst>
            </p:cNvPr>
            <p:cNvSpPr txBox="1"/>
            <p:nvPr/>
          </p:nvSpPr>
          <p:spPr>
            <a:xfrm>
              <a:off x="3794810" y="5747094"/>
              <a:ext cx="1114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 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14CC081-DB58-9DED-A5F6-E91C07C5240A}"/>
                </a:ext>
              </a:extLst>
            </p:cNvPr>
            <p:cNvSpPr txBox="1"/>
            <p:nvPr/>
          </p:nvSpPr>
          <p:spPr>
            <a:xfrm>
              <a:off x="3558532" y="5313869"/>
              <a:ext cx="1645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157.240.241.35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2C195EE-57DE-11C8-2041-FFAF5F2A7127}"/>
              </a:ext>
            </a:extLst>
          </p:cNvPr>
          <p:cNvGrpSpPr/>
          <p:nvPr/>
        </p:nvGrpSpPr>
        <p:grpSpPr>
          <a:xfrm flipV="1">
            <a:off x="4080463" y="4847890"/>
            <a:ext cx="1767155" cy="1572300"/>
            <a:chOff x="3414367" y="5031567"/>
            <a:chExt cx="1767155" cy="157230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F374785-810F-4A2B-A6E3-9AB44F8B8BF1}"/>
                </a:ext>
              </a:extLst>
            </p:cNvPr>
            <p:cNvGrpSpPr/>
            <p:nvPr/>
          </p:nvGrpSpPr>
          <p:grpSpPr>
            <a:xfrm>
              <a:off x="3607117" y="5031567"/>
              <a:ext cx="1330550" cy="1135830"/>
              <a:chOff x="8226580" y="1211083"/>
              <a:chExt cx="1400304" cy="1288883"/>
            </a:xfrm>
          </p:grpSpPr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4AD165CB-0257-93A1-0710-5723427234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V="1">
                <a:off x="8226580" y="1211083"/>
                <a:ext cx="1400304" cy="1288883"/>
              </a:xfrm>
              <a:prstGeom prst="rect">
                <a:avLst/>
              </a:prstGeom>
            </p:spPr>
          </p:pic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47AF3926-BD5A-1F8A-4145-6FDFC40983AE}"/>
                  </a:ext>
                </a:extLst>
              </p:cNvPr>
              <p:cNvSpPr txBox="1"/>
              <p:nvPr/>
            </p:nvSpPr>
            <p:spPr>
              <a:xfrm flipV="1">
                <a:off x="8290942" y="1485311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Email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C7FAB17-6379-1BAF-CA2F-E658B71D5E52}"/>
                  </a:ext>
                </a:extLst>
              </p:cNvPr>
              <p:cNvSpPr txBox="1"/>
              <p:nvPr/>
            </p:nvSpPr>
            <p:spPr>
              <a:xfrm flipV="1">
                <a:off x="8330234" y="1791277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Password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53EC2DC4-E768-E298-719E-46CEA3694DEE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BA28F7AF-69A9-18CA-EC61-8BD843FFC6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14AC411-9890-3D5D-57CF-890B1B158265}"/>
                  </a:ext>
                </a:extLst>
              </p:cNvPr>
              <p:cNvSpPr txBox="1"/>
              <p:nvPr/>
            </p:nvSpPr>
            <p:spPr>
              <a:xfrm flipV="1">
                <a:off x="3794810" y="5747094"/>
                <a:ext cx="1114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Request 3</a:t>
                </a:r>
              </a:p>
            </p:txBody>
          </p: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F4FA93B-2A9D-2EE0-1565-4808D04B4006}"/>
              </a:ext>
            </a:extLst>
          </p:cNvPr>
          <p:cNvGrpSpPr/>
          <p:nvPr/>
        </p:nvGrpSpPr>
        <p:grpSpPr>
          <a:xfrm flipV="1">
            <a:off x="8583423" y="4871876"/>
            <a:ext cx="1767155" cy="1572300"/>
            <a:chOff x="3414367" y="5031567"/>
            <a:chExt cx="1767155" cy="1572300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6FE80F12-90DC-2C60-91AE-584E7DE01D2E}"/>
                </a:ext>
              </a:extLst>
            </p:cNvPr>
            <p:cNvGrpSpPr/>
            <p:nvPr/>
          </p:nvGrpSpPr>
          <p:grpSpPr>
            <a:xfrm>
              <a:off x="3607117" y="5031567"/>
              <a:ext cx="1330550" cy="1135830"/>
              <a:chOff x="8226580" y="1211083"/>
              <a:chExt cx="1400304" cy="1288883"/>
            </a:xfrm>
          </p:grpSpPr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9567FE70-2B7E-555A-D23F-6109029B7A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V="1">
                <a:off x="8226580" y="1211083"/>
                <a:ext cx="1400304" cy="1288883"/>
              </a:xfrm>
              <a:prstGeom prst="rect">
                <a:avLst/>
              </a:prstGeom>
            </p:spPr>
          </p:pic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EF9D668E-85CD-2E8C-C417-080D99BD346C}"/>
                  </a:ext>
                </a:extLst>
              </p:cNvPr>
              <p:cNvSpPr txBox="1"/>
              <p:nvPr/>
            </p:nvSpPr>
            <p:spPr>
              <a:xfrm flipV="1">
                <a:off x="8290942" y="1485311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Email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70C0715-0B87-D218-5301-39A45654E2C6}"/>
                  </a:ext>
                </a:extLst>
              </p:cNvPr>
              <p:cNvSpPr txBox="1"/>
              <p:nvPr/>
            </p:nvSpPr>
            <p:spPr>
              <a:xfrm flipV="1">
                <a:off x="8330234" y="1791277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Password</a:t>
                </a: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BBABC8A-6B08-19EA-48C1-580962C2F7CC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67C4CF73-68CE-D3F9-34CC-E08FE51362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1887D44-CFDF-2300-D1CC-A4E8E278C535}"/>
                  </a:ext>
                </a:extLst>
              </p:cNvPr>
              <p:cNvSpPr txBox="1"/>
              <p:nvPr/>
            </p:nvSpPr>
            <p:spPr>
              <a:xfrm flipV="1">
                <a:off x="3794810" y="5747094"/>
                <a:ext cx="1114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Request 4</a:t>
                </a:r>
              </a:p>
            </p:txBody>
          </p:sp>
        </p:grp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51EBBD0-59C2-31A7-7C30-A41616BAAE7E}"/>
              </a:ext>
            </a:extLst>
          </p:cNvPr>
          <p:cNvGrpSpPr/>
          <p:nvPr/>
        </p:nvGrpSpPr>
        <p:grpSpPr>
          <a:xfrm>
            <a:off x="8522504" y="3076237"/>
            <a:ext cx="1767155" cy="1663200"/>
            <a:chOff x="3414367" y="4924035"/>
            <a:chExt cx="1767155" cy="1679832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69BB74BD-86CE-DB20-54CD-63F82717D15A}"/>
                </a:ext>
              </a:extLst>
            </p:cNvPr>
            <p:cNvGrpSpPr/>
            <p:nvPr/>
          </p:nvGrpSpPr>
          <p:grpSpPr>
            <a:xfrm>
              <a:off x="3567754" y="4924035"/>
              <a:ext cx="1369910" cy="1243362"/>
              <a:chOff x="8185157" y="1089061"/>
              <a:chExt cx="1441728" cy="1410905"/>
            </a:xfrm>
          </p:grpSpPr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A23A2D21-14D3-E2CE-D635-B57F2803A0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7" y="1089061"/>
                <a:ext cx="1441728" cy="1410905"/>
              </a:xfrm>
              <a:prstGeom prst="rect">
                <a:avLst/>
              </a:prstGeom>
            </p:spPr>
          </p:pic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1BA73EF4-5B2D-1BDA-7BAB-80BBB6C37178}"/>
                  </a:ext>
                </a:extLst>
              </p:cNvPr>
              <p:cNvSpPr txBox="1"/>
              <p:nvPr/>
            </p:nvSpPr>
            <p:spPr>
              <a:xfrm>
                <a:off x="8290942" y="1380386"/>
                <a:ext cx="1195269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Name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C1403950-0D7F-66CE-BEF9-92907371CA20}"/>
                  </a:ext>
                </a:extLst>
              </p:cNvPr>
              <p:cNvSpPr txBox="1"/>
              <p:nvPr/>
            </p:nvSpPr>
            <p:spPr>
              <a:xfrm>
                <a:off x="8268682" y="1625253"/>
                <a:ext cx="1195269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Pictures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1767359-18DE-F92F-C12F-2E3DAC305190}"/>
                  </a:ext>
                </a:extLst>
              </p:cNvPr>
              <p:cNvSpPr txBox="1"/>
              <p:nvPr/>
            </p:nvSpPr>
            <p:spPr>
              <a:xfrm>
                <a:off x="8297796" y="1849570"/>
                <a:ext cx="1195269" cy="384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</a:rPr>
                  <a:t>Friends List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FD686FC7-B732-780B-BF7F-8BF1E47C662A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385EB608-303B-3A0D-20BD-73255128CF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1077BF7-9FE4-E9A1-5DBA-38BF45D6FB22}"/>
                  </a:ext>
                </a:extLst>
              </p:cNvPr>
              <p:cNvSpPr txBox="1"/>
              <p:nvPr/>
            </p:nvSpPr>
            <p:spPr>
              <a:xfrm>
                <a:off x="3726202" y="5747094"/>
                <a:ext cx="1251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Response 4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8B46C6B-DBC1-01EC-9F3B-46099053D0FD}"/>
              </a:ext>
            </a:extLst>
          </p:cNvPr>
          <p:cNvGrpSpPr/>
          <p:nvPr/>
        </p:nvGrpSpPr>
        <p:grpSpPr>
          <a:xfrm>
            <a:off x="1842846" y="3659277"/>
            <a:ext cx="1766676" cy="2125925"/>
            <a:chOff x="1842846" y="3659277"/>
            <a:chExt cx="1766676" cy="212592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FEB7B56-D0D9-8AF4-D196-E3653FD6438E}"/>
                </a:ext>
              </a:extLst>
            </p:cNvPr>
            <p:cNvGrpSpPr/>
            <p:nvPr/>
          </p:nvGrpSpPr>
          <p:grpSpPr>
            <a:xfrm>
              <a:off x="1842846" y="3659277"/>
              <a:ext cx="1766676" cy="2125925"/>
              <a:chOff x="353101" y="4244900"/>
              <a:chExt cx="1766676" cy="2125925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DAE0FE0-36B7-8313-4A07-BC27C2047781}"/>
                  </a:ext>
                </a:extLst>
              </p:cNvPr>
              <p:cNvGrpSpPr/>
              <p:nvPr/>
            </p:nvGrpSpPr>
            <p:grpSpPr>
              <a:xfrm>
                <a:off x="353101" y="4244900"/>
                <a:ext cx="1766676" cy="2125925"/>
                <a:chOff x="384120" y="3489959"/>
                <a:chExt cx="2180976" cy="2665918"/>
              </a:xfrm>
            </p:grpSpPr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027D4AE1-B739-C005-F79E-FB51BEAD89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120" y="3489959"/>
                  <a:ext cx="2180976" cy="2180976"/>
                </a:xfrm>
                <a:prstGeom prst="rect">
                  <a:avLst/>
                </a:prstGeom>
              </p:spPr>
            </p:pic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34E5E13-7CBF-8FE8-C4F9-944EA81BBC08}"/>
                    </a:ext>
                  </a:extLst>
                </p:cNvPr>
                <p:cNvSpPr txBox="1"/>
                <p:nvPr/>
              </p:nvSpPr>
              <p:spPr>
                <a:xfrm>
                  <a:off x="430518" y="5712031"/>
                  <a:ext cx="2134577" cy="443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700" b="1" dirty="0">
                      <a:solidFill>
                        <a:schemeClr val="bg1"/>
                      </a:solidFill>
                    </a:rPr>
                    <a:t>Client (Frontend)</a:t>
                  </a:r>
                </a:p>
              </p:txBody>
            </p: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4C2D7E6-CA8E-A596-754F-97BFB9337820}"/>
                  </a:ext>
                </a:extLst>
              </p:cNvPr>
              <p:cNvSpPr txBox="1"/>
              <p:nvPr/>
            </p:nvSpPr>
            <p:spPr>
              <a:xfrm>
                <a:off x="636421" y="5295306"/>
                <a:ext cx="1114216" cy="29968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0000"/>
                    </a:solidFill>
                  </a:rPr>
                  <a:t>Browser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FA1AF8B-A98A-E6FC-2FC3-A8CD188969D4}"/>
                </a:ext>
              </a:extLst>
            </p:cNvPr>
            <p:cNvGrpSpPr/>
            <p:nvPr/>
          </p:nvGrpSpPr>
          <p:grpSpPr>
            <a:xfrm>
              <a:off x="2188434" y="3776616"/>
              <a:ext cx="1113081" cy="995978"/>
              <a:chOff x="8185157" y="1089061"/>
              <a:chExt cx="1441728" cy="141090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727C524-8519-C03B-C500-88CAB8727D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7" y="1089061"/>
                <a:ext cx="1441728" cy="1410905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48F4BB1-E0B6-F98C-FE5A-1A431C0A27B0}"/>
                  </a:ext>
                </a:extLst>
              </p:cNvPr>
              <p:cNvSpPr txBox="1"/>
              <p:nvPr/>
            </p:nvSpPr>
            <p:spPr>
              <a:xfrm>
                <a:off x="8290942" y="1380387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HTML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F7134D7-6660-4C7C-CC49-463BE749B801}"/>
                  </a:ext>
                </a:extLst>
              </p:cNvPr>
              <p:cNvSpPr txBox="1"/>
              <p:nvPr/>
            </p:nvSpPr>
            <p:spPr>
              <a:xfrm>
                <a:off x="8268682" y="1625253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CSS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10CD65F-86B4-8917-A7BD-CFE1D56C26A0}"/>
                  </a:ext>
                </a:extLst>
              </p:cNvPr>
              <p:cNvSpPr txBox="1"/>
              <p:nvPr/>
            </p:nvSpPr>
            <p:spPr>
              <a:xfrm>
                <a:off x="8297796" y="1849571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JavaScript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908194F-BAB6-5086-0C1A-1AA0E965CCF7}"/>
              </a:ext>
            </a:extLst>
          </p:cNvPr>
          <p:cNvGrpSpPr/>
          <p:nvPr/>
        </p:nvGrpSpPr>
        <p:grpSpPr>
          <a:xfrm>
            <a:off x="4076137" y="3171001"/>
            <a:ext cx="1767155" cy="1679832"/>
            <a:chOff x="3414367" y="4924035"/>
            <a:chExt cx="1767155" cy="167983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2A36659-E327-64D6-B2E8-1E317BE017E0}"/>
                </a:ext>
              </a:extLst>
            </p:cNvPr>
            <p:cNvGrpSpPr/>
            <p:nvPr/>
          </p:nvGrpSpPr>
          <p:grpSpPr>
            <a:xfrm>
              <a:off x="3567754" y="4924035"/>
              <a:ext cx="1369910" cy="1243362"/>
              <a:chOff x="8185157" y="1089061"/>
              <a:chExt cx="1441728" cy="1410905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906F677A-C780-29B3-A465-DD863DAB51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7" y="1089061"/>
                <a:ext cx="1441728" cy="1410905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21954AD-35EC-E33D-4221-F269905F4606}"/>
                  </a:ext>
                </a:extLst>
              </p:cNvPr>
              <p:cNvSpPr txBox="1"/>
              <p:nvPr/>
            </p:nvSpPr>
            <p:spPr>
              <a:xfrm>
                <a:off x="8290942" y="1380386"/>
                <a:ext cx="1195269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Name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977EA6F-C553-7513-3A28-B585214AA222}"/>
                  </a:ext>
                </a:extLst>
              </p:cNvPr>
              <p:cNvSpPr txBox="1"/>
              <p:nvPr/>
            </p:nvSpPr>
            <p:spPr>
              <a:xfrm>
                <a:off x="8268682" y="1625253"/>
                <a:ext cx="1195269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Pictures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D2D859A-B84A-8639-5D3E-CDD2C91D9C3C}"/>
                  </a:ext>
                </a:extLst>
              </p:cNvPr>
              <p:cNvSpPr txBox="1"/>
              <p:nvPr/>
            </p:nvSpPr>
            <p:spPr>
              <a:xfrm>
                <a:off x="8297796" y="1849570"/>
                <a:ext cx="1195269" cy="384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</a:rPr>
                  <a:t>Friends List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9DFD289-4301-16DE-CA38-CB389ECEE8E0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390C47F8-70A1-62CA-DE1E-408A1B7F6E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29CE5EA-65B9-E345-0CA6-B370C507C20F}"/>
                  </a:ext>
                </a:extLst>
              </p:cNvPr>
              <p:cNvSpPr txBox="1"/>
              <p:nvPr/>
            </p:nvSpPr>
            <p:spPr>
              <a:xfrm>
                <a:off x="3726202" y="5747094"/>
                <a:ext cx="1251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Response 3</a:t>
                </a: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72A5061-468F-8CF4-C031-ED14E49FA341}"/>
              </a:ext>
            </a:extLst>
          </p:cNvPr>
          <p:cNvGrpSpPr/>
          <p:nvPr/>
        </p:nvGrpSpPr>
        <p:grpSpPr>
          <a:xfrm>
            <a:off x="6503539" y="369869"/>
            <a:ext cx="5250096" cy="995652"/>
            <a:chOff x="6431621" y="3369919"/>
            <a:chExt cx="5250096" cy="99565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7B6FC22-38A0-FA1D-5EF1-34F1A1E9B30D}"/>
                </a:ext>
              </a:extLst>
            </p:cNvPr>
            <p:cNvSpPr txBox="1"/>
            <p:nvPr/>
          </p:nvSpPr>
          <p:spPr>
            <a:xfrm>
              <a:off x="6431621" y="3719240"/>
              <a:ext cx="52500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The server returns your data to the browser.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The browser displays profile as received.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1E92665-B720-F062-2FA0-2140CC928C23}"/>
                </a:ext>
              </a:extLst>
            </p:cNvPr>
            <p:cNvSpPr txBox="1"/>
            <p:nvPr/>
          </p:nvSpPr>
          <p:spPr>
            <a:xfrm>
              <a:off x="6462447" y="3369919"/>
              <a:ext cx="14281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/>
                  </a:solidFill>
                </a:rPr>
                <a:t>Phase 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30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00C55-A0B7-7A36-0B0A-8E4BD8CDF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12E8E3D3-DFBE-F0BE-A319-BA0F1691B62C}"/>
              </a:ext>
            </a:extLst>
          </p:cNvPr>
          <p:cNvGrpSpPr/>
          <p:nvPr/>
        </p:nvGrpSpPr>
        <p:grpSpPr>
          <a:xfrm>
            <a:off x="10316309" y="3791150"/>
            <a:ext cx="1622268" cy="1998358"/>
            <a:chOff x="9568155" y="2445771"/>
            <a:chExt cx="2144394" cy="246774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EB19C1C-A8A5-36AB-F59C-F4953D580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8155" y="2445771"/>
              <a:ext cx="2074702" cy="207470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E6582B7-DB6B-163F-C4D5-DEEF19C29B33}"/>
                </a:ext>
              </a:extLst>
            </p:cNvPr>
            <p:cNvSpPr txBox="1"/>
            <p:nvPr/>
          </p:nvSpPr>
          <p:spPr>
            <a:xfrm>
              <a:off x="9827243" y="4570564"/>
              <a:ext cx="1885306" cy="342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Database (Data)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C29F02D-C9B5-85BC-1C16-7BB40C417E71}"/>
              </a:ext>
            </a:extLst>
          </p:cNvPr>
          <p:cNvGrpSpPr/>
          <p:nvPr/>
        </p:nvGrpSpPr>
        <p:grpSpPr>
          <a:xfrm>
            <a:off x="3784050" y="11597"/>
            <a:ext cx="1210443" cy="1790267"/>
            <a:chOff x="5219731" y="748042"/>
            <a:chExt cx="1965729" cy="366984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A740F0C-E5A1-E079-0C47-A99007577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1520603"/>
              <a:ext cx="1965729" cy="289728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5B2D93D-EDB7-8166-744B-CF52127A4960}"/>
                </a:ext>
              </a:extLst>
            </p:cNvPr>
            <p:cNvSpPr txBox="1"/>
            <p:nvPr/>
          </p:nvSpPr>
          <p:spPr>
            <a:xfrm>
              <a:off x="5291649" y="748042"/>
              <a:ext cx="1885306" cy="412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DNS Server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1DCDC1E-7F30-B6E7-5104-FB9DCC768142}"/>
              </a:ext>
            </a:extLst>
          </p:cNvPr>
          <p:cNvGrpSpPr/>
          <p:nvPr/>
        </p:nvGrpSpPr>
        <p:grpSpPr>
          <a:xfrm>
            <a:off x="472296" y="0"/>
            <a:ext cx="1546008" cy="2049580"/>
            <a:chOff x="5211226" y="1810983"/>
            <a:chExt cx="1974234" cy="260690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C5DFF5C-ECD8-5DF1-ED0F-1E90E90C9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9731" y="2246252"/>
              <a:ext cx="1965729" cy="217163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32CE82-6FBB-EAE4-F7C0-D2DA1DB3D848}"/>
                </a:ext>
              </a:extLst>
            </p:cNvPr>
            <p:cNvSpPr txBox="1"/>
            <p:nvPr/>
          </p:nvSpPr>
          <p:spPr>
            <a:xfrm>
              <a:off x="5211226" y="1810983"/>
              <a:ext cx="1965729" cy="4352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bg1"/>
                  </a:solidFill>
                </a:rPr>
                <a:t>Frontend Server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EE06CE9-4810-B1F4-C384-BC4E63BA72B6}"/>
              </a:ext>
            </a:extLst>
          </p:cNvPr>
          <p:cNvGrpSpPr/>
          <p:nvPr/>
        </p:nvGrpSpPr>
        <p:grpSpPr>
          <a:xfrm>
            <a:off x="6174764" y="2722364"/>
            <a:ext cx="1934858" cy="3395782"/>
            <a:chOff x="5969284" y="1561388"/>
            <a:chExt cx="1934858" cy="339578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E849898-1DF0-DD73-FDB6-2B9B7DD4BD6B}"/>
                </a:ext>
              </a:extLst>
            </p:cNvPr>
            <p:cNvGrpSpPr/>
            <p:nvPr/>
          </p:nvGrpSpPr>
          <p:grpSpPr>
            <a:xfrm>
              <a:off x="5969284" y="2712897"/>
              <a:ext cx="1934858" cy="2244273"/>
              <a:chOff x="5219731" y="1898151"/>
              <a:chExt cx="1965729" cy="301129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E652959E-F682-5216-8577-E416C97C2E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19731" y="1898151"/>
                <a:ext cx="1965729" cy="2519737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6BE92F-11F2-D758-4D4E-89C317DFC80F}"/>
                  </a:ext>
                </a:extLst>
              </p:cNvPr>
              <p:cNvSpPr txBox="1"/>
              <p:nvPr/>
            </p:nvSpPr>
            <p:spPr>
              <a:xfrm>
                <a:off x="5291649" y="4455187"/>
                <a:ext cx="1885306" cy="454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</a:rPr>
                  <a:t>Server (Backend)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7ADC0F25-4183-D0ED-7DE8-4C167A3CCDEC}"/>
                </a:ext>
              </a:extLst>
            </p:cNvPr>
            <p:cNvGrpSpPr/>
            <p:nvPr/>
          </p:nvGrpSpPr>
          <p:grpSpPr>
            <a:xfrm>
              <a:off x="6236102" y="1561388"/>
              <a:ext cx="1102060" cy="1156301"/>
              <a:chOff x="10040272" y="5206081"/>
              <a:chExt cx="1241831" cy="1290048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9E9FE919-941A-2073-2E1A-DC0ABB1E4BB7}"/>
                  </a:ext>
                </a:extLst>
              </p:cNvPr>
              <p:cNvGrpSpPr/>
              <p:nvPr/>
            </p:nvGrpSpPr>
            <p:grpSpPr>
              <a:xfrm>
                <a:off x="10040272" y="5206081"/>
                <a:ext cx="1241831" cy="1290048"/>
                <a:chOff x="8185157" y="1089061"/>
                <a:chExt cx="1441728" cy="1410905"/>
              </a:xfrm>
            </p:grpSpPr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96898969-5524-295B-6400-D7DFB7B8E0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lum bright="70000" contrast="-70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85157" y="1089061"/>
                  <a:ext cx="1441728" cy="1410905"/>
                </a:xfrm>
                <a:prstGeom prst="rect">
                  <a:avLst/>
                </a:prstGeom>
              </p:spPr>
            </p:pic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9723768-3143-A388-F0A8-54B4D3A632C5}"/>
                    </a:ext>
                  </a:extLst>
                </p:cNvPr>
                <p:cNvSpPr txBox="1"/>
                <p:nvPr/>
              </p:nvSpPr>
              <p:spPr>
                <a:xfrm>
                  <a:off x="8290942" y="1380387"/>
                  <a:ext cx="11952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</a:rPr>
                    <a:t>Code</a:t>
                  </a: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952ADA0E-D3AE-BF53-8990-A154E5948920}"/>
                  </a:ext>
                </a:extLst>
              </p:cNvPr>
              <p:cNvGrpSpPr/>
              <p:nvPr/>
            </p:nvGrpSpPr>
            <p:grpSpPr>
              <a:xfrm>
                <a:off x="10411478" y="5803169"/>
                <a:ext cx="516949" cy="588937"/>
                <a:chOff x="4471133" y="5193554"/>
                <a:chExt cx="995851" cy="1027078"/>
              </a:xfrm>
            </p:grpSpPr>
            <p:pic>
              <p:nvPicPr>
                <p:cNvPr id="49" name="Graphic 48" descr="Back with solid fill">
                  <a:extLst>
                    <a:ext uri="{FF2B5EF4-FFF2-40B4-BE49-F238E27FC236}">
                      <a16:creationId xmlns:a16="http://schemas.microsoft.com/office/drawing/2014/main" id="{8EBA5D96-3F0C-191B-CF7B-54508313DD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 rot="18625303">
                  <a:off x="4471133" y="5193554"/>
                  <a:ext cx="731520" cy="731520"/>
                </a:xfrm>
                <a:prstGeom prst="rect">
                  <a:avLst/>
                </a:prstGeom>
              </p:spPr>
            </p:pic>
            <p:pic>
              <p:nvPicPr>
                <p:cNvPr id="51" name="Graphic 50" descr="Back with solid fill">
                  <a:extLst>
                    <a:ext uri="{FF2B5EF4-FFF2-40B4-BE49-F238E27FC236}">
                      <a16:creationId xmlns:a16="http://schemas.microsoft.com/office/drawing/2014/main" id="{CD3BE12D-9A28-BF32-A247-B7485FC344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 rot="18432966" flipV="1">
                  <a:off x="4735464" y="5489112"/>
                  <a:ext cx="731520" cy="7315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6CAB760-2902-882D-6A38-779B5AEB7FCF}"/>
              </a:ext>
            </a:extLst>
          </p:cNvPr>
          <p:cNvGrpSpPr/>
          <p:nvPr/>
        </p:nvGrpSpPr>
        <p:grpSpPr>
          <a:xfrm rot="18978391">
            <a:off x="2667563" y="2354714"/>
            <a:ext cx="1817588" cy="669903"/>
            <a:chOff x="3361265" y="5313869"/>
            <a:chExt cx="2039534" cy="802557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6814205E-C132-80E6-01DC-BAB5BFF6253A}"/>
                </a:ext>
              </a:extLst>
            </p:cNvPr>
            <p:cNvCxnSpPr/>
            <p:nvPr/>
          </p:nvCxnSpPr>
          <p:spPr>
            <a:xfrm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6A5DB9F-B9E1-97F2-C81D-AEEC53170BBD}"/>
                </a:ext>
              </a:extLst>
            </p:cNvPr>
            <p:cNvSpPr txBox="1"/>
            <p:nvPr/>
          </p:nvSpPr>
          <p:spPr>
            <a:xfrm>
              <a:off x="3794811" y="5747094"/>
              <a:ext cx="1114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 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0D67ED6-64B3-F8E5-6CB9-7B9B0D5A7D73}"/>
                </a:ext>
              </a:extLst>
            </p:cNvPr>
            <p:cNvSpPr txBox="1"/>
            <p:nvPr/>
          </p:nvSpPr>
          <p:spPr>
            <a:xfrm>
              <a:off x="3361265" y="5313869"/>
              <a:ext cx="2039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www.facebook.com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50BCF75-2FCC-2521-030B-63F022A2F8B5}"/>
              </a:ext>
            </a:extLst>
          </p:cNvPr>
          <p:cNvGrpSpPr/>
          <p:nvPr/>
        </p:nvGrpSpPr>
        <p:grpSpPr>
          <a:xfrm rot="14888896">
            <a:off x="-115811" y="2331474"/>
            <a:ext cx="1767155" cy="1527119"/>
            <a:chOff x="3414367" y="4924036"/>
            <a:chExt cx="1767155" cy="167983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A747EF1-0227-B61C-F694-8F7B4557C03C}"/>
                </a:ext>
              </a:extLst>
            </p:cNvPr>
            <p:cNvGrpSpPr/>
            <p:nvPr/>
          </p:nvGrpSpPr>
          <p:grpSpPr>
            <a:xfrm>
              <a:off x="3567755" y="4924036"/>
              <a:ext cx="1369910" cy="1115219"/>
              <a:chOff x="8185158" y="1089062"/>
              <a:chExt cx="1441728" cy="1265495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DCA0920E-D61C-CD0E-F678-745111E7A3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8" y="1089062"/>
                <a:ext cx="1441728" cy="1265495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1FD2E92-2C18-744B-D8BE-6F36AB9A62E6}"/>
                  </a:ext>
                </a:extLst>
              </p:cNvPr>
              <p:cNvSpPr txBox="1"/>
              <p:nvPr/>
            </p:nvSpPr>
            <p:spPr>
              <a:xfrm>
                <a:off x="8290942" y="1310436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HTML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D89FB9D-C109-09B5-406F-BD8591C5FE12}"/>
                  </a:ext>
                </a:extLst>
              </p:cNvPr>
              <p:cNvSpPr txBox="1"/>
              <p:nvPr/>
            </p:nvSpPr>
            <p:spPr>
              <a:xfrm>
                <a:off x="8268682" y="1578620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CSS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09DFA85-4A4D-455A-90BC-3ED5A1F6F565}"/>
                  </a:ext>
                </a:extLst>
              </p:cNvPr>
              <p:cNvSpPr txBox="1"/>
              <p:nvPr/>
            </p:nvSpPr>
            <p:spPr>
              <a:xfrm>
                <a:off x="8297796" y="1849571"/>
                <a:ext cx="1195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JavaScript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9ACFE2F-342B-80CA-3D87-EA7A02A3EC25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6D8EEFDD-7F25-C51C-7096-4A5693C131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A8635F6-EED0-91C8-8E42-56F668081BC7}"/>
                  </a:ext>
                </a:extLst>
              </p:cNvPr>
              <p:cNvSpPr txBox="1"/>
              <p:nvPr/>
            </p:nvSpPr>
            <p:spPr>
              <a:xfrm>
                <a:off x="3726202" y="5747094"/>
                <a:ext cx="1251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Response 2</a:t>
                </a:r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FBA8B68-E1C3-258D-1214-A48F3AEC916D}"/>
              </a:ext>
            </a:extLst>
          </p:cNvPr>
          <p:cNvGrpSpPr/>
          <p:nvPr/>
        </p:nvGrpSpPr>
        <p:grpSpPr>
          <a:xfrm rot="19010235">
            <a:off x="2337382" y="1863560"/>
            <a:ext cx="1460459" cy="663270"/>
            <a:chOff x="3534310" y="5313869"/>
            <a:chExt cx="1767155" cy="802557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6AD9CD32-914A-DCE3-2891-FE16F89EA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C1E1468-14D8-6A45-1265-65E05E016AB9}"/>
                </a:ext>
              </a:extLst>
            </p:cNvPr>
            <p:cNvSpPr txBox="1"/>
            <p:nvPr/>
          </p:nvSpPr>
          <p:spPr>
            <a:xfrm>
              <a:off x="3726202" y="5747094"/>
              <a:ext cx="125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Response 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A6DB8F1-92FC-2CB5-4D77-DC382CB244AE}"/>
                </a:ext>
              </a:extLst>
            </p:cNvPr>
            <p:cNvSpPr txBox="1"/>
            <p:nvPr/>
          </p:nvSpPr>
          <p:spPr>
            <a:xfrm>
              <a:off x="3558532" y="5313869"/>
              <a:ext cx="1645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157.240.241.35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CBAC781-C7F7-6492-4C45-B8ED512E1BFF}"/>
              </a:ext>
            </a:extLst>
          </p:cNvPr>
          <p:cNvGrpSpPr/>
          <p:nvPr/>
        </p:nvGrpSpPr>
        <p:grpSpPr>
          <a:xfrm rot="14842365">
            <a:off x="1185767" y="2483234"/>
            <a:ext cx="1327690" cy="663270"/>
            <a:chOff x="3534310" y="5313869"/>
            <a:chExt cx="1767155" cy="802557"/>
          </a:xfrm>
        </p:grpSpPr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19FDB98A-B7FD-800E-C273-2E7D8EA6E360}"/>
                </a:ext>
              </a:extLst>
            </p:cNvPr>
            <p:cNvCxnSpPr/>
            <p:nvPr/>
          </p:nvCxnSpPr>
          <p:spPr>
            <a:xfrm>
              <a:off x="3534310" y="5737133"/>
              <a:ext cx="1767155" cy="0"/>
            </a:xfrm>
            <a:prstGeom prst="straightConnector1">
              <a:avLst/>
            </a:prstGeom>
            <a:ln w="4762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DD2391A-FD1C-9C75-C874-2BE39FE9C260}"/>
                </a:ext>
              </a:extLst>
            </p:cNvPr>
            <p:cNvSpPr txBox="1"/>
            <p:nvPr/>
          </p:nvSpPr>
          <p:spPr>
            <a:xfrm>
              <a:off x="3794810" y="5747094"/>
              <a:ext cx="1114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Request 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0CDBF3B-09AB-FFC5-8674-353C3AB110D6}"/>
                </a:ext>
              </a:extLst>
            </p:cNvPr>
            <p:cNvSpPr txBox="1"/>
            <p:nvPr/>
          </p:nvSpPr>
          <p:spPr>
            <a:xfrm>
              <a:off x="3558532" y="5313869"/>
              <a:ext cx="1645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157.240.241.35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C471A8D-804C-508D-A913-1B7CCA39C1A2}"/>
              </a:ext>
            </a:extLst>
          </p:cNvPr>
          <p:cNvGrpSpPr/>
          <p:nvPr/>
        </p:nvGrpSpPr>
        <p:grpSpPr>
          <a:xfrm flipV="1">
            <a:off x="4080463" y="4847890"/>
            <a:ext cx="1767155" cy="1572300"/>
            <a:chOff x="3414367" y="5031567"/>
            <a:chExt cx="1767155" cy="157230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6D635C7B-7913-6FF7-1252-E2E1DCD6BFED}"/>
                </a:ext>
              </a:extLst>
            </p:cNvPr>
            <p:cNvGrpSpPr/>
            <p:nvPr/>
          </p:nvGrpSpPr>
          <p:grpSpPr>
            <a:xfrm>
              <a:off x="3607117" y="5031567"/>
              <a:ext cx="1330550" cy="1135830"/>
              <a:chOff x="8226580" y="1211083"/>
              <a:chExt cx="1400304" cy="1288883"/>
            </a:xfrm>
          </p:grpSpPr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4C96FAF7-6FB5-CB8A-BFBB-FBBE7B3D76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V="1">
                <a:off x="8226580" y="1211083"/>
                <a:ext cx="1400304" cy="1288883"/>
              </a:xfrm>
              <a:prstGeom prst="rect">
                <a:avLst/>
              </a:prstGeom>
            </p:spPr>
          </p:pic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B44F89B-5266-FDDB-0582-144BF9524540}"/>
                  </a:ext>
                </a:extLst>
              </p:cNvPr>
              <p:cNvSpPr txBox="1"/>
              <p:nvPr/>
            </p:nvSpPr>
            <p:spPr>
              <a:xfrm flipV="1">
                <a:off x="8290942" y="1485311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Email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417E426-D2DA-093B-18D8-9A9AF6D289A1}"/>
                  </a:ext>
                </a:extLst>
              </p:cNvPr>
              <p:cNvSpPr txBox="1"/>
              <p:nvPr/>
            </p:nvSpPr>
            <p:spPr>
              <a:xfrm flipV="1">
                <a:off x="8330234" y="1791277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Password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136AE47D-1DFA-F9DF-DB6B-D99ED0473023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75C1BD87-8940-7DB2-1E1C-877FE628B4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5BBF372-1354-5DA2-D7B4-3D3FFADC1685}"/>
                  </a:ext>
                </a:extLst>
              </p:cNvPr>
              <p:cNvSpPr txBox="1"/>
              <p:nvPr/>
            </p:nvSpPr>
            <p:spPr>
              <a:xfrm flipV="1">
                <a:off x="3794810" y="5747094"/>
                <a:ext cx="1114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Request 3</a:t>
                </a:r>
              </a:p>
            </p:txBody>
          </p: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3566312-7ADE-C89B-4352-56B4423431E0}"/>
              </a:ext>
            </a:extLst>
          </p:cNvPr>
          <p:cNvGrpSpPr/>
          <p:nvPr/>
        </p:nvGrpSpPr>
        <p:grpSpPr>
          <a:xfrm flipV="1">
            <a:off x="8583423" y="4871876"/>
            <a:ext cx="1767155" cy="1572300"/>
            <a:chOff x="3414367" y="5031567"/>
            <a:chExt cx="1767155" cy="1572300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1F528BA-64E4-7B2D-F4E1-1D39AA7FF9E2}"/>
                </a:ext>
              </a:extLst>
            </p:cNvPr>
            <p:cNvGrpSpPr/>
            <p:nvPr/>
          </p:nvGrpSpPr>
          <p:grpSpPr>
            <a:xfrm>
              <a:off x="3607117" y="5031567"/>
              <a:ext cx="1330550" cy="1135830"/>
              <a:chOff x="8226580" y="1211083"/>
              <a:chExt cx="1400304" cy="1288883"/>
            </a:xfrm>
          </p:grpSpPr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05FAD846-9B0F-ADBD-5F60-78512148D5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V="1">
                <a:off x="8226580" y="1211083"/>
                <a:ext cx="1400304" cy="1288883"/>
              </a:xfrm>
              <a:prstGeom prst="rect">
                <a:avLst/>
              </a:prstGeom>
            </p:spPr>
          </p:pic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32B5C45-3563-E245-A0A1-C3BCD679A3AE}"/>
                  </a:ext>
                </a:extLst>
              </p:cNvPr>
              <p:cNvSpPr txBox="1"/>
              <p:nvPr/>
            </p:nvSpPr>
            <p:spPr>
              <a:xfrm flipV="1">
                <a:off x="8290942" y="1485311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Email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0C6A8C3-356A-9C4B-30BD-2BCDBEF49E16}"/>
                  </a:ext>
                </a:extLst>
              </p:cNvPr>
              <p:cNvSpPr txBox="1"/>
              <p:nvPr/>
            </p:nvSpPr>
            <p:spPr>
              <a:xfrm flipV="1">
                <a:off x="8330234" y="1791277"/>
                <a:ext cx="1195270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Password</a:t>
                </a: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44559411-5D7C-3BC2-165B-7F24F95B8790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B6FBBAFF-B7AE-06E4-73AE-2D9B97F9FA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A14D424-FFE5-A3DA-C2EA-04BFCE7BC15C}"/>
                  </a:ext>
                </a:extLst>
              </p:cNvPr>
              <p:cNvSpPr txBox="1"/>
              <p:nvPr/>
            </p:nvSpPr>
            <p:spPr>
              <a:xfrm flipV="1">
                <a:off x="3794810" y="5747094"/>
                <a:ext cx="1114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Request 4</a:t>
                </a:r>
              </a:p>
            </p:txBody>
          </p:sp>
        </p:grp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5A9AF57-8BC3-CBCB-C6D2-611CEEEEAF46}"/>
              </a:ext>
            </a:extLst>
          </p:cNvPr>
          <p:cNvGrpSpPr/>
          <p:nvPr/>
        </p:nvGrpSpPr>
        <p:grpSpPr>
          <a:xfrm>
            <a:off x="8522504" y="3076237"/>
            <a:ext cx="1767155" cy="1663200"/>
            <a:chOff x="3414367" y="4924035"/>
            <a:chExt cx="1767155" cy="1679832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F1D2B83D-BFAB-4A5D-B2C5-FA50F9C47578}"/>
                </a:ext>
              </a:extLst>
            </p:cNvPr>
            <p:cNvGrpSpPr/>
            <p:nvPr/>
          </p:nvGrpSpPr>
          <p:grpSpPr>
            <a:xfrm>
              <a:off x="3567754" y="4924035"/>
              <a:ext cx="1369910" cy="1243362"/>
              <a:chOff x="8185157" y="1089061"/>
              <a:chExt cx="1441728" cy="1410905"/>
            </a:xfrm>
          </p:grpSpPr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7417BCA5-F78D-8503-C590-A94C8E9D8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7" y="1089061"/>
                <a:ext cx="1441728" cy="1410905"/>
              </a:xfrm>
              <a:prstGeom prst="rect">
                <a:avLst/>
              </a:prstGeom>
            </p:spPr>
          </p:pic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78E49591-6416-5238-A3C8-0B16E1F2802C}"/>
                  </a:ext>
                </a:extLst>
              </p:cNvPr>
              <p:cNvSpPr txBox="1"/>
              <p:nvPr/>
            </p:nvSpPr>
            <p:spPr>
              <a:xfrm>
                <a:off x="8290942" y="1380386"/>
                <a:ext cx="1195269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Name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1B2DC99-665E-ACC5-E76B-940722C438A3}"/>
                  </a:ext>
                </a:extLst>
              </p:cNvPr>
              <p:cNvSpPr txBox="1"/>
              <p:nvPr/>
            </p:nvSpPr>
            <p:spPr>
              <a:xfrm>
                <a:off x="8268682" y="1625253"/>
                <a:ext cx="1195269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Pictures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5668936D-2008-FF0B-3C2F-4511EF58E0C3}"/>
                  </a:ext>
                </a:extLst>
              </p:cNvPr>
              <p:cNvSpPr txBox="1"/>
              <p:nvPr/>
            </p:nvSpPr>
            <p:spPr>
              <a:xfrm>
                <a:off x="8297796" y="1849570"/>
                <a:ext cx="1195269" cy="384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</a:rPr>
                  <a:t>Friends List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F8D5CFB3-AADD-A153-FC01-28B8BA5D8287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7236C6B-B3C3-7735-8576-BA78CDF849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CFB0401-4A9C-B86F-9610-777D2A283312}"/>
                  </a:ext>
                </a:extLst>
              </p:cNvPr>
              <p:cNvSpPr txBox="1"/>
              <p:nvPr/>
            </p:nvSpPr>
            <p:spPr>
              <a:xfrm>
                <a:off x="3726202" y="5747094"/>
                <a:ext cx="1251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Response 4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AE61082-7ED6-EE00-A22F-2A2B412AF4B3}"/>
              </a:ext>
            </a:extLst>
          </p:cNvPr>
          <p:cNvGrpSpPr/>
          <p:nvPr/>
        </p:nvGrpSpPr>
        <p:grpSpPr>
          <a:xfrm>
            <a:off x="1842846" y="3659277"/>
            <a:ext cx="1766676" cy="2125925"/>
            <a:chOff x="1842846" y="3659277"/>
            <a:chExt cx="1766676" cy="212592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F38D7CB-3DCD-8205-1ACD-4D9A7927A2D2}"/>
                </a:ext>
              </a:extLst>
            </p:cNvPr>
            <p:cNvGrpSpPr/>
            <p:nvPr/>
          </p:nvGrpSpPr>
          <p:grpSpPr>
            <a:xfrm>
              <a:off x="1842846" y="3659277"/>
              <a:ext cx="1766676" cy="2125925"/>
              <a:chOff x="353101" y="4244900"/>
              <a:chExt cx="1766676" cy="2125925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30E4B7F-AD91-1AAA-3705-80F2EE977216}"/>
                  </a:ext>
                </a:extLst>
              </p:cNvPr>
              <p:cNvGrpSpPr/>
              <p:nvPr/>
            </p:nvGrpSpPr>
            <p:grpSpPr>
              <a:xfrm>
                <a:off x="353101" y="4244900"/>
                <a:ext cx="1766676" cy="2125925"/>
                <a:chOff x="384120" y="3489959"/>
                <a:chExt cx="2180976" cy="2665918"/>
              </a:xfrm>
            </p:grpSpPr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06494855-45B1-E470-716B-94C310CB0F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120" y="3489959"/>
                  <a:ext cx="2180976" cy="2180976"/>
                </a:xfrm>
                <a:prstGeom prst="rect">
                  <a:avLst/>
                </a:prstGeom>
              </p:spPr>
            </p:pic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D778472-D377-C903-447E-2992FC3A42E7}"/>
                    </a:ext>
                  </a:extLst>
                </p:cNvPr>
                <p:cNvSpPr txBox="1"/>
                <p:nvPr/>
              </p:nvSpPr>
              <p:spPr>
                <a:xfrm>
                  <a:off x="430518" y="5712031"/>
                  <a:ext cx="2134577" cy="4438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700" b="1" dirty="0">
                      <a:solidFill>
                        <a:schemeClr val="bg1"/>
                      </a:solidFill>
                    </a:rPr>
                    <a:t>Client (Frontend)</a:t>
                  </a:r>
                </a:p>
              </p:txBody>
            </p: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B943D43-8DC6-54CB-63A2-709CD84167C7}"/>
                  </a:ext>
                </a:extLst>
              </p:cNvPr>
              <p:cNvSpPr txBox="1"/>
              <p:nvPr/>
            </p:nvSpPr>
            <p:spPr>
              <a:xfrm>
                <a:off x="636421" y="5295306"/>
                <a:ext cx="1114216" cy="29968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0000"/>
                    </a:solidFill>
                  </a:rPr>
                  <a:t>Browser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ACEAB1C-9E28-587A-02F5-EE33919108AD}"/>
                </a:ext>
              </a:extLst>
            </p:cNvPr>
            <p:cNvGrpSpPr/>
            <p:nvPr/>
          </p:nvGrpSpPr>
          <p:grpSpPr>
            <a:xfrm>
              <a:off x="2188434" y="3776616"/>
              <a:ext cx="1113081" cy="995978"/>
              <a:chOff x="8185157" y="1089061"/>
              <a:chExt cx="1441728" cy="141090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349121B-63FC-C855-70CA-89EFC3FC34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7" y="1089061"/>
                <a:ext cx="1441728" cy="1410905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AF1D363-90A6-6CB6-F6ED-AB8BB9D69AAA}"/>
                  </a:ext>
                </a:extLst>
              </p:cNvPr>
              <p:cNvSpPr txBox="1"/>
              <p:nvPr/>
            </p:nvSpPr>
            <p:spPr>
              <a:xfrm>
                <a:off x="8290942" y="1380387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HTML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E95767A-126F-BECE-B376-F6F7BBC0E92F}"/>
                  </a:ext>
                </a:extLst>
              </p:cNvPr>
              <p:cNvSpPr txBox="1"/>
              <p:nvPr/>
            </p:nvSpPr>
            <p:spPr>
              <a:xfrm>
                <a:off x="8268682" y="1625253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CSS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95333E4-3C05-748A-A19E-D1D925FEBAA2}"/>
                  </a:ext>
                </a:extLst>
              </p:cNvPr>
              <p:cNvSpPr txBox="1"/>
              <p:nvPr/>
            </p:nvSpPr>
            <p:spPr>
              <a:xfrm>
                <a:off x="8297796" y="1849571"/>
                <a:ext cx="1195269" cy="3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</a:rPr>
                  <a:t>JavaScript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C65C3CB-B005-7199-4200-D7E5FA62436F}"/>
              </a:ext>
            </a:extLst>
          </p:cNvPr>
          <p:cNvGrpSpPr/>
          <p:nvPr/>
        </p:nvGrpSpPr>
        <p:grpSpPr>
          <a:xfrm>
            <a:off x="4076137" y="3171001"/>
            <a:ext cx="1767155" cy="1679832"/>
            <a:chOff x="3414367" y="4924035"/>
            <a:chExt cx="1767155" cy="167983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DC8C9E5-65BD-CC7A-6BE6-192637390DE4}"/>
                </a:ext>
              </a:extLst>
            </p:cNvPr>
            <p:cNvGrpSpPr/>
            <p:nvPr/>
          </p:nvGrpSpPr>
          <p:grpSpPr>
            <a:xfrm>
              <a:off x="3567754" y="4924035"/>
              <a:ext cx="1369910" cy="1243362"/>
              <a:chOff x="8185157" y="1089061"/>
              <a:chExt cx="1441728" cy="1410905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C3A19121-6786-070E-14F3-2959E798DD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5157" y="1089061"/>
                <a:ext cx="1441728" cy="1410905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5926F38-D265-6417-AE3D-C0D703F2801C}"/>
                  </a:ext>
                </a:extLst>
              </p:cNvPr>
              <p:cNvSpPr txBox="1"/>
              <p:nvPr/>
            </p:nvSpPr>
            <p:spPr>
              <a:xfrm>
                <a:off x="8290942" y="1380386"/>
                <a:ext cx="1195269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Name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BBC55C5-4F13-CF06-9451-60910E52A0D9}"/>
                  </a:ext>
                </a:extLst>
              </p:cNvPr>
              <p:cNvSpPr txBox="1"/>
              <p:nvPr/>
            </p:nvSpPr>
            <p:spPr>
              <a:xfrm>
                <a:off x="8268682" y="1625253"/>
                <a:ext cx="1195269" cy="419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Pictures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875DB03-9402-DD4A-4E46-5195FD68343F}"/>
                  </a:ext>
                </a:extLst>
              </p:cNvPr>
              <p:cNvSpPr txBox="1"/>
              <p:nvPr/>
            </p:nvSpPr>
            <p:spPr>
              <a:xfrm>
                <a:off x="8297796" y="1849570"/>
                <a:ext cx="1195269" cy="384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</a:rPr>
                  <a:t>Friends List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96E28D3-A8DA-F66A-B230-10C93BA0EDB2}"/>
                </a:ext>
              </a:extLst>
            </p:cNvPr>
            <p:cNvGrpSpPr/>
            <p:nvPr/>
          </p:nvGrpSpPr>
          <p:grpSpPr>
            <a:xfrm>
              <a:off x="3414367" y="6224574"/>
              <a:ext cx="1767155" cy="379293"/>
              <a:chOff x="3534310" y="5737133"/>
              <a:chExt cx="1767155" cy="379293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EB7C0008-B487-97E0-EBFF-2522518954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34310" y="5737133"/>
                <a:ext cx="1767155" cy="0"/>
              </a:xfrm>
              <a:prstGeom prst="straightConnector1">
                <a:avLst/>
              </a:prstGeom>
              <a:ln w="4762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C368CB3-62A8-D1C5-6AF0-AD0138FA4CD7}"/>
                  </a:ext>
                </a:extLst>
              </p:cNvPr>
              <p:cNvSpPr txBox="1"/>
              <p:nvPr/>
            </p:nvSpPr>
            <p:spPr>
              <a:xfrm>
                <a:off x="3726202" y="5747094"/>
                <a:ext cx="1251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Response 3</a:t>
                </a:r>
              </a:p>
            </p:txBody>
          </p:sp>
        </p:grpSp>
      </p:grp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A4B13D2-F0C3-BD7B-0756-94C73D0C360A}"/>
              </a:ext>
            </a:extLst>
          </p:cNvPr>
          <p:cNvSpPr/>
          <p:nvPr/>
        </p:nvSpPr>
        <p:spPr>
          <a:xfrm>
            <a:off x="6045739" y="2346681"/>
            <a:ext cx="5903653" cy="4331520"/>
          </a:xfrm>
          <a:prstGeom prst="roundRect">
            <a:avLst/>
          </a:prstGeom>
          <a:noFill/>
          <a:ln w="2222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F67B38-A259-2F49-F4BA-0DC699C9AED6}"/>
              </a:ext>
            </a:extLst>
          </p:cNvPr>
          <p:cNvSpPr txBox="1"/>
          <p:nvPr/>
        </p:nvSpPr>
        <p:spPr>
          <a:xfrm>
            <a:off x="7871656" y="2362917"/>
            <a:ext cx="2577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Backend Development</a:t>
            </a:r>
          </a:p>
        </p:txBody>
      </p:sp>
    </p:spTree>
    <p:extLst>
      <p:ext uri="{BB962C8B-B14F-4D97-AF65-F5344CB8AC3E}">
        <p14:creationId xmlns:p14="http://schemas.microsoft.com/office/powerpoint/2010/main" val="791543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69DD3-BA8E-6855-A653-DAF65A18F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950B-D19C-E9E5-E77F-93D439471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175523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What is Backend Development?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14147-C26C-53D3-D6AA-B1EC7D5C0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252" y="1187065"/>
            <a:ext cx="9694606" cy="1638552"/>
          </a:xfrm>
        </p:spPr>
        <p:txBody>
          <a:bodyPr/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Backend Development</a:t>
            </a:r>
            <a:r>
              <a:rPr lang="en-US" dirty="0">
                <a:solidFill>
                  <a:schemeClr val="bg1"/>
                </a:solidFill>
              </a:rPr>
              <a:t> is the part of </a:t>
            </a:r>
            <a:r>
              <a:rPr lang="en-US" b="1" dirty="0">
                <a:solidFill>
                  <a:schemeClr val="bg1"/>
                </a:solidFill>
              </a:rPr>
              <a:t>web</a:t>
            </a:r>
            <a:r>
              <a:rPr lang="en-US" dirty="0">
                <a:solidFill>
                  <a:schemeClr val="bg1"/>
                </a:solidFill>
              </a:rPr>
              <a:t> or </a:t>
            </a:r>
            <a:r>
              <a:rPr lang="en-US" b="1" dirty="0">
                <a:solidFill>
                  <a:schemeClr val="bg1"/>
                </a:solidFill>
              </a:rPr>
              <a:t>software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development</a:t>
            </a:r>
            <a:r>
              <a:rPr lang="en-US" dirty="0">
                <a:solidFill>
                  <a:schemeClr val="bg1"/>
                </a:solidFill>
              </a:rPr>
              <a:t> that focuses on </a:t>
            </a:r>
            <a:r>
              <a:rPr lang="en-US" b="1" dirty="0">
                <a:solidFill>
                  <a:schemeClr val="bg1"/>
                </a:solidFill>
              </a:rPr>
              <a:t>the server side</a:t>
            </a:r>
            <a:r>
              <a:rPr lang="en-US" dirty="0">
                <a:solidFill>
                  <a:schemeClr val="bg1"/>
                </a:solidFill>
              </a:rPr>
              <a:t> — the logic, database interactions, APIs, authentication, and overall system architecture that power what users see and do on the frontend (the user interface).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9B44F44-AC78-BFB2-953D-B297B93E3C85}"/>
              </a:ext>
            </a:extLst>
          </p:cNvPr>
          <p:cNvSpPr txBox="1">
            <a:spLocks/>
          </p:cNvSpPr>
          <p:nvPr/>
        </p:nvSpPr>
        <p:spPr>
          <a:xfrm>
            <a:off x="899652" y="2986430"/>
            <a:ext cx="9694606" cy="2892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chemeClr val="bg1"/>
                </a:solidFill>
              </a:rPr>
              <a:t>Backend Development</a:t>
            </a:r>
            <a:r>
              <a:rPr lang="en-US" dirty="0">
                <a:solidFill>
                  <a:schemeClr val="bg1"/>
                </a:solidFill>
              </a:rPr>
              <a:t> comprises of the following: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Written code </a:t>
            </a:r>
            <a:r>
              <a:rPr lang="en-US" dirty="0">
                <a:solidFill>
                  <a:schemeClr val="bg1"/>
                </a:solidFill>
              </a:rPr>
              <a:t>or the </a:t>
            </a:r>
            <a:r>
              <a:rPr lang="en-US" b="1" dirty="0">
                <a:solidFill>
                  <a:schemeClr val="bg1"/>
                </a:solidFill>
              </a:rPr>
              <a:t>application </a:t>
            </a:r>
            <a:r>
              <a:rPr lang="en-US" dirty="0">
                <a:solidFill>
                  <a:schemeClr val="bg1"/>
                </a:solidFill>
              </a:rPr>
              <a:t>(e.g., NodeJS, Java , Python, etc.).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Server</a:t>
            </a:r>
            <a:r>
              <a:rPr lang="en-US" dirty="0">
                <a:solidFill>
                  <a:schemeClr val="bg1"/>
                </a:solidFill>
              </a:rPr>
              <a:t> – where the application runs.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Business logic </a:t>
            </a:r>
            <a:r>
              <a:rPr lang="en-US" dirty="0">
                <a:solidFill>
                  <a:schemeClr val="bg1"/>
                </a:solidFill>
              </a:rPr>
              <a:t>– the core rules and operations implemented in the written code that makes the application work.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Database</a:t>
            </a:r>
            <a:r>
              <a:rPr lang="en-US" dirty="0">
                <a:solidFill>
                  <a:schemeClr val="bg1"/>
                </a:solidFill>
              </a:rPr>
              <a:t> – where data is stored and managed (e.g., MySQL, MongoDB, PostgreSQL).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APIs (Application Programming Interfaces)</a:t>
            </a:r>
            <a:r>
              <a:rPr lang="en-US" dirty="0">
                <a:solidFill>
                  <a:schemeClr val="bg1"/>
                </a:solidFill>
              </a:rPr>
              <a:t> — the middle layer that connects the frontend to the backend.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Security &amp; Authentication</a:t>
            </a:r>
            <a:r>
              <a:rPr lang="en-US" dirty="0">
                <a:solidFill>
                  <a:schemeClr val="bg1"/>
                </a:solidFill>
              </a:rPr>
              <a:t> — controlling who can access what (e.g., JWT, OAuth).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algn="just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088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A57606-D172-BDFB-7069-AADF3B28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E38F-7329-2109-E51B-DFE0371AA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4134" y="-329634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Backend Development Overlaps?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F89FD9-5042-0BAF-12C8-F27B86DE944D}"/>
              </a:ext>
            </a:extLst>
          </p:cNvPr>
          <p:cNvSpPr/>
          <p:nvPr/>
        </p:nvSpPr>
        <p:spPr>
          <a:xfrm>
            <a:off x="984609" y="918502"/>
            <a:ext cx="9791272" cy="5703505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2F9B87-CC47-F77D-63F8-EEE83A515ECF}"/>
              </a:ext>
            </a:extLst>
          </p:cNvPr>
          <p:cNvSpPr/>
          <p:nvPr/>
        </p:nvSpPr>
        <p:spPr>
          <a:xfrm>
            <a:off x="3472665" y="1458930"/>
            <a:ext cx="4818579" cy="4336731"/>
          </a:xfrm>
          <a:prstGeom prst="ellipse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Development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B12D94-B7BA-B196-F704-F6F48FB269AB}"/>
              </a:ext>
            </a:extLst>
          </p:cNvPr>
          <p:cNvSpPr/>
          <p:nvPr/>
        </p:nvSpPr>
        <p:spPr>
          <a:xfrm>
            <a:off x="7450479" y="1272644"/>
            <a:ext cx="2715800" cy="2454303"/>
          </a:xfrm>
          <a:prstGeom prst="ellipse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Development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667B87-A754-AE49-8C22-53067E75426A}"/>
              </a:ext>
            </a:extLst>
          </p:cNvPr>
          <p:cNvSpPr/>
          <p:nvPr/>
        </p:nvSpPr>
        <p:spPr>
          <a:xfrm>
            <a:off x="1621602" y="1062338"/>
            <a:ext cx="2755189" cy="2675743"/>
          </a:xfrm>
          <a:prstGeom prst="ellipse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Desktop Development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C63550-A39C-D5AF-5DAF-C72465C592E4}"/>
              </a:ext>
            </a:extLst>
          </p:cNvPr>
          <p:cNvSpPr/>
          <p:nvPr/>
        </p:nvSpPr>
        <p:spPr>
          <a:xfrm>
            <a:off x="1416119" y="3914091"/>
            <a:ext cx="2960672" cy="2466164"/>
          </a:xfrm>
          <a:prstGeom prst="ellipse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Mobile Development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A0EF49-1D8B-B188-C77C-02F51A92B97E}"/>
              </a:ext>
            </a:extLst>
          </p:cNvPr>
          <p:cNvSpPr/>
          <p:nvPr/>
        </p:nvSpPr>
        <p:spPr>
          <a:xfrm>
            <a:off x="7358009" y="4013313"/>
            <a:ext cx="2715800" cy="2466164"/>
          </a:xfrm>
          <a:prstGeom prst="ellipse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Mobile Development</a:t>
            </a:r>
          </a:p>
        </p:txBody>
      </p:sp>
    </p:spTree>
    <p:extLst>
      <p:ext uri="{BB962C8B-B14F-4D97-AF65-F5344CB8AC3E}">
        <p14:creationId xmlns:p14="http://schemas.microsoft.com/office/powerpoint/2010/main" val="2926872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E8D6A5-9EA0-2C1B-9A93-8CC52C335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D1DE7-14A7-4B1D-F1FE-2F2ECB865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09" y="-175523"/>
            <a:ext cx="10333703" cy="11502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Software Tools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72AC019-F5ED-1A84-1724-AFC85595A31B}"/>
              </a:ext>
            </a:extLst>
          </p:cNvPr>
          <p:cNvSpPr txBox="1">
            <a:spLocks/>
          </p:cNvSpPr>
          <p:nvPr/>
        </p:nvSpPr>
        <p:spPr>
          <a:xfrm>
            <a:off x="909484" y="2081555"/>
            <a:ext cx="9694606" cy="2892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NodeJS - Runtime Environment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VS Code - Code Editor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MySQL Server and Workbench - Database Server.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Docker - Containerization Software.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Git (and register GitHub account) - Version Control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Postman – REST HTTP </a:t>
            </a:r>
            <a:r>
              <a:rPr lang="en-US" dirty="0">
                <a:solidFill>
                  <a:schemeClr val="bg1"/>
                </a:solidFill>
              </a:rPr>
              <a:t>Client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algn="just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724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1430</TotalTime>
  <Words>1052</Words>
  <Application>Microsoft Office PowerPoint</Application>
  <PresentationFormat>Widescreen</PresentationFormat>
  <Paragraphs>270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What is Software Development?</vt:lpstr>
      <vt:lpstr>Web Development</vt:lpstr>
      <vt:lpstr>Web Development</vt:lpstr>
      <vt:lpstr>What is it all about?</vt:lpstr>
      <vt:lpstr>What is it all about?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Backend Development?</vt:lpstr>
      <vt:lpstr>Backend Development Overlaps?</vt:lpstr>
      <vt:lpstr>Software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 OKEKE</dc:creator>
  <cp:lastModifiedBy>CHRISTIAN  OKEKE</cp:lastModifiedBy>
  <cp:revision>21</cp:revision>
  <dcterms:created xsi:type="dcterms:W3CDTF">2025-09-24T09:42:11Z</dcterms:created>
  <dcterms:modified xsi:type="dcterms:W3CDTF">2025-10-27T09:46:40Z</dcterms:modified>
</cp:coreProperties>
</file>